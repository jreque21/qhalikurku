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2" r:id="rId4"/>
  </p:sldMasterIdLst>
  <p:notesMasterIdLst>
    <p:notesMasterId r:id="rId15"/>
  </p:notesMasterIdLst>
  <p:handoutMasterIdLst>
    <p:handoutMasterId r:id="rId16"/>
  </p:handoutMasterIdLst>
  <p:sldIdLst>
    <p:sldId id="262" r:id="rId5"/>
    <p:sldId id="265" r:id="rId6"/>
    <p:sldId id="268" r:id="rId7"/>
    <p:sldId id="269" r:id="rId8"/>
    <p:sldId id="270" r:id="rId9"/>
    <p:sldId id="271" r:id="rId10"/>
    <p:sldId id="272" r:id="rId11"/>
    <p:sldId id="259" r:id="rId12"/>
    <p:sldId id="261" r:id="rId13"/>
    <p:sldId id="267" r:id="rId14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4" autoAdjust="0"/>
    <p:restoredTop sz="94687"/>
  </p:normalViewPr>
  <p:slideViewPr>
    <p:cSldViewPr snapToGrid="0" snapToObjects="1">
      <p:cViewPr varScale="1">
        <p:scale>
          <a:sx n="72" d="100"/>
          <a:sy n="72" d="100"/>
        </p:scale>
        <p:origin x="5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81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</dgm:pt>
    <dgm:pt modelId="{4AF52931-E4CA-4429-AACB-B8747CDB2409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es-PE" noProof="1"/>
            <a:t>Gestión de Academia</a:t>
          </a:r>
          <a:endParaRPr lang="es-ES" noProof="1"/>
        </a:p>
      </dgm:t>
    </dgm:pt>
    <dgm:pt modelId="{67B2FC97-2FAE-4EFE-9DEE-E4216C657F35}" type="parTrans" cxnId="{F82329C8-C3B2-4E9B-9033-528488D72705}">
      <dgm:prSet/>
      <dgm:spPr/>
      <dgm:t>
        <a:bodyPr rtlCol="0"/>
        <a:lstStyle/>
        <a:p>
          <a:pPr rtl="0"/>
          <a:endParaRPr lang="es-ES" noProof="1"/>
        </a:p>
      </dgm:t>
    </dgm:pt>
    <dgm:pt modelId="{D86AF01C-9CBC-41F8-9354-48CD82BDFDC9}" type="sibTrans" cxnId="{F82329C8-C3B2-4E9B-9033-528488D72705}">
      <dgm:prSet/>
      <dgm:spPr/>
      <dgm:t>
        <a:bodyPr rtlCol="0"/>
        <a:lstStyle/>
        <a:p>
          <a:pPr rtl="0"/>
          <a:endParaRPr lang="es-ES" noProof="1"/>
        </a:p>
      </dgm:t>
    </dgm:pt>
    <dgm:pt modelId="{81BEB84D-9A77-49C6-9301-B3359FCAC75F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es-ES" noProof="1"/>
            <a:t>Gestión de Clases</a:t>
          </a:r>
        </a:p>
      </dgm:t>
    </dgm:pt>
    <dgm:pt modelId="{AE4D0D43-0332-4F79-8D35-BCD8C10758AE}" type="parTrans" cxnId="{420EF6C4-7321-43BE-A2FC-253606B1E06A}">
      <dgm:prSet/>
      <dgm:spPr/>
      <dgm:t>
        <a:bodyPr rtlCol="0"/>
        <a:lstStyle/>
        <a:p>
          <a:pPr rtl="0"/>
          <a:endParaRPr lang="es-ES" noProof="1"/>
        </a:p>
      </dgm:t>
    </dgm:pt>
    <dgm:pt modelId="{5D260F18-25D2-4074-87F1-7E78DDA61C58}" type="sibTrans" cxnId="{420EF6C4-7321-43BE-A2FC-253606B1E06A}">
      <dgm:prSet/>
      <dgm:spPr/>
      <dgm:t>
        <a:bodyPr rtlCol="0"/>
        <a:lstStyle/>
        <a:p>
          <a:pPr rtl="0"/>
          <a:endParaRPr lang="es-ES" noProof="1"/>
        </a:p>
      </dgm:t>
    </dgm:pt>
    <dgm:pt modelId="{BFF9359E-E9B1-4B73-BACC-2C7988765B16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es-ES" noProof="1"/>
            <a:t>Gestión de Estudiantes</a:t>
          </a:r>
        </a:p>
      </dgm:t>
    </dgm:pt>
    <dgm:pt modelId="{6E0A40FA-1B79-4089-8B9A-3BA22865FE4E}" type="parTrans" cxnId="{516EC545-1971-48B3-978C-4756FCDCCFD9}">
      <dgm:prSet/>
      <dgm:spPr/>
      <dgm:t>
        <a:bodyPr rtlCol="0"/>
        <a:lstStyle/>
        <a:p>
          <a:pPr rtl="0"/>
          <a:endParaRPr lang="es-ES" noProof="1"/>
        </a:p>
      </dgm:t>
    </dgm:pt>
    <dgm:pt modelId="{1CEF1965-C516-4C44-BAE3-2FA3F5116930}" type="sibTrans" cxnId="{516EC545-1971-48B3-978C-4756FCDCCFD9}">
      <dgm:prSet/>
      <dgm:spPr/>
      <dgm:t>
        <a:bodyPr rtlCol="0"/>
        <a:lstStyle/>
        <a:p>
          <a:pPr rtl="0"/>
          <a:endParaRPr lang="es-ES" noProof="1"/>
        </a:p>
      </dgm:t>
    </dgm:pt>
    <dgm:pt modelId="{536D0097-A245-4152-8984-CC3ABB7DF273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  <dgm:pt modelId="{DB8DBD9D-81A4-425A-BACC-11558B39BA4F}" type="pres">
      <dgm:prSet presAssocID="{4AF52931-E4CA-4429-AACB-B8747CDB2409}" presName="compNode" presStyleCnt="0"/>
      <dgm:spPr/>
    </dgm:pt>
    <dgm:pt modelId="{DE4D0CB4-0619-47EF-A746-365405D39958}" type="pres">
      <dgm:prSet presAssocID="{4AF52931-E4CA-4429-AACB-B8747CDB2409}" presName="bgRect" presStyleLbl="bgShp" presStyleIdx="0" presStyleCnt="3"/>
      <dgm:spPr/>
    </dgm:pt>
    <dgm:pt modelId="{ABC6D826-A6E6-42EC-BF0E-9025B33009B2}" type="pres">
      <dgm:prSet presAssocID="{4AF52931-E4CA-4429-AACB-B8747CDB24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E7294FB-7627-4D43-88C1-EE466B3369AD}" type="pres">
      <dgm:prSet presAssocID="{4AF52931-E4CA-4429-AACB-B8747CDB2409}" presName="spaceRect" presStyleCnt="0"/>
      <dgm:spPr/>
    </dgm:pt>
    <dgm:pt modelId="{573FC8C9-03E6-4269-9DB7-824A4479C21C}" type="pres">
      <dgm:prSet presAssocID="{4AF52931-E4CA-4429-AACB-B8747CDB2409}" presName="parTx" presStyleLbl="revTx" presStyleIdx="0" presStyleCnt="3">
        <dgm:presLayoutVars>
          <dgm:chMax val="0"/>
          <dgm:chPref val="0"/>
        </dgm:presLayoutVars>
      </dgm:prSet>
      <dgm:spPr/>
    </dgm:pt>
    <dgm:pt modelId="{5F2C253B-D9B7-4F6A-BC58-58675D37BE4B}" type="pres">
      <dgm:prSet presAssocID="{D86AF01C-9CBC-41F8-9354-48CD82BDFDC9}" presName="sibTrans" presStyleCnt="0"/>
      <dgm:spPr/>
    </dgm:pt>
    <dgm:pt modelId="{6802359D-3E26-495D-95C0-D50D2FF0A0AB}" type="pres">
      <dgm:prSet presAssocID="{81BEB84D-9A77-49C6-9301-B3359FCAC75F}" presName="compNode" presStyleCnt="0"/>
      <dgm:spPr/>
    </dgm:pt>
    <dgm:pt modelId="{B58CA141-504B-412A-818E-73651C363A3D}" type="pres">
      <dgm:prSet presAssocID="{81BEB84D-9A77-49C6-9301-B3359FCAC75F}" presName="bgRect" presStyleLbl="bgShp" presStyleIdx="1" presStyleCnt="3"/>
      <dgm:spPr/>
    </dgm:pt>
    <dgm:pt modelId="{AFC95015-001F-49EB-8731-0714E310C46E}" type="pres">
      <dgm:prSet presAssocID="{81BEB84D-9A77-49C6-9301-B3359FCAC7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4F75FDB-FBCC-4B87-AABC-5ADBB261BB02}" type="pres">
      <dgm:prSet presAssocID="{81BEB84D-9A77-49C6-9301-B3359FCAC75F}" presName="spaceRect" presStyleCnt="0"/>
      <dgm:spPr/>
    </dgm:pt>
    <dgm:pt modelId="{8C6416B8-BF6E-4B19-A8CD-80E01FEB1ED8}" type="pres">
      <dgm:prSet presAssocID="{81BEB84D-9A77-49C6-9301-B3359FCAC75F}" presName="parTx" presStyleLbl="revTx" presStyleIdx="1" presStyleCnt="3">
        <dgm:presLayoutVars>
          <dgm:chMax val="0"/>
          <dgm:chPref val="0"/>
        </dgm:presLayoutVars>
      </dgm:prSet>
      <dgm:spPr/>
    </dgm:pt>
    <dgm:pt modelId="{91C06081-CFBE-49AB-AE47-FB2FE4BD1620}" type="pres">
      <dgm:prSet presAssocID="{5D260F18-25D2-4074-87F1-7E78DDA61C58}" presName="sibTrans" presStyleCnt="0"/>
      <dgm:spPr/>
    </dgm:pt>
    <dgm:pt modelId="{780F5C81-E187-46CA-9F2B-7655A74715CA}" type="pres">
      <dgm:prSet presAssocID="{BFF9359E-E9B1-4B73-BACC-2C7988765B16}" presName="compNode" presStyleCnt="0"/>
      <dgm:spPr/>
    </dgm:pt>
    <dgm:pt modelId="{2DD6782C-3741-43AC-8E3F-C7C2A5A092FE}" type="pres">
      <dgm:prSet presAssocID="{BFF9359E-E9B1-4B73-BACC-2C7988765B16}" presName="bgRect" presStyleLbl="bgShp" presStyleIdx="2" presStyleCnt="3"/>
      <dgm:spPr/>
    </dgm:pt>
    <dgm:pt modelId="{22E3D4D5-84E6-41EE-BF94-D56D24841B8B}" type="pres">
      <dgm:prSet presAssocID="{BFF9359E-E9B1-4B73-BACC-2C7988765B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7079802-B104-4A91-9CE1-92B9B5C9364A}" type="pres">
      <dgm:prSet presAssocID="{BFF9359E-E9B1-4B73-BACC-2C7988765B16}" presName="spaceRect" presStyleCnt="0"/>
      <dgm:spPr/>
    </dgm:pt>
    <dgm:pt modelId="{61C9C6B6-F051-4AFC-B696-34674ED32FC0}" type="pres">
      <dgm:prSet presAssocID="{BFF9359E-E9B1-4B73-BACC-2C7988765B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CE42D31-A5CD-4293-9252-02BB7390D545}" type="presOf" srcId="{4AF52931-E4CA-4429-AACB-B8747CDB2409}" destId="{573FC8C9-03E6-4269-9DB7-824A4479C21C}" srcOrd="0" destOrd="0" presId="urn:microsoft.com/office/officeart/2018/2/layout/IconVerticalSolidList"/>
    <dgm:cxn modelId="{516EC545-1971-48B3-978C-4756FCDCCFD9}" srcId="{C7720856-93F0-4CC7-B7FD-2466914A11D4}" destId="{BFF9359E-E9B1-4B73-BACC-2C7988765B16}" srcOrd="2" destOrd="0" parTransId="{6E0A40FA-1B79-4089-8B9A-3BA22865FE4E}" sibTransId="{1CEF1965-C516-4C44-BAE3-2FA3F5116930}"/>
    <dgm:cxn modelId="{F9899549-F706-4D9A-8D30-CC87785A4BD1}" type="presOf" srcId="{BFF9359E-E9B1-4B73-BACC-2C7988765B16}" destId="{61C9C6B6-F051-4AFC-B696-34674ED32FC0}" srcOrd="0" destOrd="0" presId="urn:microsoft.com/office/officeart/2018/2/layout/IconVerticalSolidList"/>
    <dgm:cxn modelId="{745B6C74-C9FD-47F7-996E-2D57D164A5C8}" type="presOf" srcId="{81BEB84D-9A77-49C6-9301-B3359FCAC75F}" destId="{8C6416B8-BF6E-4B19-A8CD-80E01FEB1ED8}" srcOrd="0" destOrd="0" presId="urn:microsoft.com/office/officeart/2018/2/layout/IconVerticalSolidList"/>
    <dgm:cxn modelId="{420EF6C4-7321-43BE-A2FC-253606B1E06A}" srcId="{C7720856-93F0-4CC7-B7FD-2466914A11D4}" destId="{81BEB84D-9A77-49C6-9301-B3359FCAC75F}" srcOrd="1" destOrd="0" parTransId="{AE4D0D43-0332-4F79-8D35-BCD8C10758AE}" sibTransId="{5D260F18-25D2-4074-87F1-7E78DDA61C58}"/>
    <dgm:cxn modelId="{F82329C8-C3B2-4E9B-9033-528488D72705}" srcId="{C7720856-93F0-4CC7-B7FD-2466914A11D4}" destId="{4AF52931-E4CA-4429-AACB-B8747CDB2409}" srcOrd="0" destOrd="0" parTransId="{67B2FC97-2FAE-4EFE-9DEE-E4216C657F35}" sibTransId="{D86AF01C-9CBC-41F8-9354-48CD82BDFDC9}"/>
    <dgm:cxn modelId="{0314A3D2-5E17-48C8-86C5-FD62237EACB0}" type="presOf" srcId="{C7720856-93F0-4CC7-B7FD-2466914A11D4}" destId="{536D0097-A245-4152-8984-CC3ABB7DF273}" srcOrd="0" destOrd="0" presId="urn:microsoft.com/office/officeart/2018/2/layout/IconVerticalSolidList"/>
    <dgm:cxn modelId="{98B89911-E2C3-40B5-8E4D-32E9D5AF57FA}" type="presParOf" srcId="{536D0097-A245-4152-8984-CC3ABB7DF273}" destId="{DB8DBD9D-81A4-425A-BACC-11558B39BA4F}" srcOrd="0" destOrd="0" presId="urn:microsoft.com/office/officeart/2018/2/layout/IconVerticalSolidList"/>
    <dgm:cxn modelId="{AC1D2426-5DFE-4D6E-A87C-447D261455F2}" type="presParOf" srcId="{DB8DBD9D-81A4-425A-BACC-11558B39BA4F}" destId="{DE4D0CB4-0619-47EF-A746-365405D39958}" srcOrd="0" destOrd="0" presId="urn:microsoft.com/office/officeart/2018/2/layout/IconVerticalSolidList"/>
    <dgm:cxn modelId="{1D260F22-1154-411C-BE72-65712F06CB44}" type="presParOf" srcId="{DB8DBD9D-81A4-425A-BACC-11558B39BA4F}" destId="{ABC6D826-A6E6-42EC-BF0E-9025B33009B2}" srcOrd="1" destOrd="0" presId="urn:microsoft.com/office/officeart/2018/2/layout/IconVerticalSolidList"/>
    <dgm:cxn modelId="{851491A2-CC50-4F98-8620-1B16BCAA1E5F}" type="presParOf" srcId="{DB8DBD9D-81A4-425A-BACC-11558B39BA4F}" destId="{3E7294FB-7627-4D43-88C1-EE466B3369AD}" srcOrd="2" destOrd="0" presId="urn:microsoft.com/office/officeart/2018/2/layout/IconVerticalSolidList"/>
    <dgm:cxn modelId="{334AEA8F-9DBB-474B-B77E-C1F08C98FC4E}" type="presParOf" srcId="{DB8DBD9D-81A4-425A-BACC-11558B39BA4F}" destId="{573FC8C9-03E6-4269-9DB7-824A4479C21C}" srcOrd="3" destOrd="0" presId="urn:microsoft.com/office/officeart/2018/2/layout/IconVerticalSolidList"/>
    <dgm:cxn modelId="{254B904F-3F35-42D3-93F4-1CDEA88A8153}" type="presParOf" srcId="{536D0097-A245-4152-8984-CC3ABB7DF273}" destId="{5F2C253B-D9B7-4F6A-BC58-58675D37BE4B}" srcOrd="1" destOrd="0" presId="urn:microsoft.com/office/officeart/2018/2/layout/IconVerticalSolidList"/>
    <dgm:cxn modelId="{EA473A5F-67A7-465E-8AF0-BCC7AA4998D7}" type="presParOf" srcId="{536D0097-A245-4152-8984-CC3ABB7DF273}" destId="{6802359D-3E26-495D-95C0-D50D2FF0A0AB}" srcOrd="2" destOrd="0" presId="urn:microsoft.com/office/officeart/2018/2/layout/IconVerticalSolidList"/>
    <dgm:cxn modelId="{3EA1E20D-3681-4C75-B15D-5D1DD3930DEE}" type="presParOf" srcId="{6802359D-3E26-495D-95C0-D50D2FF0A0AB}" destId="{B58CA141-504B-412A-818E-73651C363A3D}" srcOrd="0" destOrd="0" presId="urn:microsoft.com/office/officeart/2018/2/layout/IconVerticalSolidList"/>
    <dgm:cxn modelId="{FDCE3AB2-924B-400D-A9DE-D08297DAF291}" type="presParOf" srcId="{6802359D-3E26-495D-95C0-D50D2FF0A0AB}" destId="{AFC95015-001F-49EB-8731-0714E310C46E}" srcOrd="1" destOrd="0" presId="urn:microsoft.com/office/officeart/2018/2/layout/IconVerticalSolidList"/>
    <dgm:cxn modelId="{BDA015F8-97AE-48DF-93CC-7552465E4756}" type="presParOf" srcId="{6802359D-3E26-495D-95C0-D50D2FF0A0AB}" destId="{D4F75FDB-FBCC-4B87-AABC-5ADBB261BB02}" srcOrd="2" destOrd="0" presId="urn:microsoft.com/office/officeart/2018/2/layout/IconVerticalSolidList"/>
    <dgm:cxn modelId="{9F0D6FCF-B728-4D45-BA20-DEE7162FFE27}" type="presParOf" srcId="{6802359D-3E26-495D-95C0-D50D2FF0A0AB}" destId="{8C6416B8-BF6E-4B19-A8CD-80E01FEB1ED8}" srcOrd="3" destOrd="0" presId="urn:microsoft.com/office/officeart/2018/2/layout/IconVerticalSolidList"/>
    <dgm:cxn modelId="{473851C0-4FDC-4DB1-8FC0-25AAC7B6CF71}" type="presParOf" srcId="{536D0097-A245-4152-8984-CC3ABB7DF273}" destId="{91C06081-CFBE-49AB-AE47-FB2FE4BD1620}" srcOrd="3" destOrd="0" presId="urn:microsoft.com/office/officeart/2018/2/layout/IconVerticalSolidList"/>
    <dgm:cxn modelId="{9CA6B505-46F0-4253-ADF2-226B921D100B}" type="presParOf" srcId="{536D0097-A245-4152-8984-CC3ABB7DF273}" destId="{780F5C81-E187-46CA-9F2B-7655A74715CA}" srcOrd="4" destOrd="0" presId="urn:microsoft.com/office/officeart/2018/2/layout/IconVerticalSolidList"/>
    <dgm:cxn modelId="{9D4847BD-25B9-4A68-8068-0711BBEAA0D7}" type="presParOf" srcId="{780F5C81-E187-46CA-9F2B-7655A74715CA}" destId="{2DD6782C-3741-43AC-8E3F-C7C2A5A092FE}" srcOrd="0" destOrd="0" presId="urn:microsoft.com/office/officeart/2018/2/layout/IconVerticalSolidList"/>
    <dgm:cxn modelId="{59281DA9-0529-406E-9193-EE63F35ED646}" type="presParOf" srcId="{780F5C81-E187-46CA-9F2B-7655A74715CA}" destId="{22E3D4D5-84E6-41EE-BF94-D56D24841B8B}" srcOrd="1" destOrd="0" presId="urn:microsoft.com/office/officeart/2018/2/layout/IconVerticalSolidList"/>
    <dgm:cxn modelId="{A8B9FF69-B1EC-4F7B-AF3A-3114F1BD1D77}" type="presParOf" srcId="{780F5C81-E187-46CA-9F2B-7655A74715CA}" destId="{97079802-B104-4A91-9CE1-92B9B5C9364A}" srcOrd="2" destOrd="0" presId="urn:microsoft.com/office/officeart/2018/2/layout/IconVerticalSolidList"/>
    <dgm:cxn modelId="{B7EF2B86-7E13-4C54-9A10-7AF5ADA58315}" type="presParOf" srcId="{780F5C81-E187-46CA-9F2B-7655A74715CA}" destId="{61C9C6B6-F051-4AFC-B696-34674ED32F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</dgm:pt>
    <dgm:pt modelId="{81BEB84D-9A77-49C6-9301-B3359FCAC75F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es-ES" noProof="1"/>
            <a:t>Gestión de Pagos</a:t>
          </a:r>
        </a:p>
      </dgm:t>
    </dgm:pt>
    <dgm:pt modelId="{AE4D0D43-0332-4F79-8D35-BCD8C10758AE}" type="parTrans" cxnId="{420EF6C4-7321-43BE-A2FC-253606B1E06A}">
      <dgm:prSet/>
      <dgm:spPr/>
      <dgm:t>
        <a:bodyPr rtlCol="0"/>
        <a:lstStyle/>
        <a:p>
          <a:pPr rtl="0"/>
          <a:endParaRPr lang="es-ES" noProof="1"/>
        </a:p>
      </dgm:t>
    </dgm:pt>
    <dgm:pt modelId="{5D260F18-25D2-4074-87F1-7E78DDA61C58}" type="sibTrans" cxnId="{420EF6C4-7321-43BE-A2FC-253606B1E06A}">
      <dgm:prSet/>
      <dgm:spPr/>
      <dgm:t>
        <a:bodyPr rtlCol="0"/>
        <a:lstStyle/>
        <a:p>
          <a:pPr rtl="0"/>
          <a:endParaRPr lang="es-ES" noProof="1"/>
        </a:p>
      </dgm:t>
    </dgm:pt>
    <dgm:pt modelId="{BFF9359E-E9B1-4B73-BACC-2C7988765B16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es-ES" noProof="1"/>
            <a:t>Gestión de Aprendizaje</a:t>
          </a:r>
          <a:br>
            <a:rPr lang="es-ES" noProof="1"/>
          </a:br>
          <a:r>
            <a:rPr lang="es-ES" noProof="1"/>
            <a:t>(Internos y Externos)</a:t>
          </a:r>
        </a:p>
      </dgm:t>
    </dgm:pt>
    <dgm:pt modelId="{6E0A40FA-1B79-4089-8B9A-3BA22865FE4E}" type="parTrans" cxnId="{516EC545-1971-48B3-978C-4756FCDCCFD9}">
      <dgm:prSet/>
      <dgm:spPr/>
      <dgm:t>
        <a:bodyPr rtlCol="0"/>
        <a:lstStyle/>
        <a:p>
          <a:pPr rtl="0"/>
          <a:endParaRPr lang="es-ES" noProof="1"/>
        </a:p>
      </dgm:t>
    </dgm:pt>
    <dgm:pt modelId="{1CEF1965-C516-4C44-BAE3-2FA3F5116930}" type="sibTrans" cxnId="{516EC545-1971-48B3-978C-4756FCDCCFD9}">
      <dgm:prSet/>
      <dgm:spPr/>
      <dgm:t>
        <a:bodyPr rtlCol="0"/>
        <a:lstStyle/>
        <a:p>
          <a:pPr rtl="0"/>
          <a:endParaRPr lang="es-ES" noProof="1"/>
        </a:p>
      </dgm:t>
    </dgm:pt>
    <dgm:pt modelId="{536D0097-A245-4152-8984-CC3ABB7DF273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  <dgm:pt modelId="{6802359D-3E26-495D-95C0-D50D2FF0A0AB}" type="pres">
      <dgm:prSet presAssocID="{81BEB84D-9A77-49C6-9301-B3359FCAC75F}" presName="compNode" presStyleCnt="0"/>
      <dgm:spPr/>
    </dgm:pt>
    <dgm:pt modelId="{B58CA141-504B-412A-818E-73651C363A3D}" type="pres">
      <dgm:prSet presAssocID="{81BEB84D-9A77-49C6-9301-B3359FCAC75F}" presName="bgRect" presStyleLbl="bgShp" presStyleIdx="0" presStyleCnt="2"/>
      <dgm:spPr/>
    </dgm:pt>
    <dgm:pt modelId="{AFC95015-001F-49EB-8731-0714E310C46E}" type="pres">
      <dgm:prSet presAssocID="{81BEB84D-9A77-49C6-9301-B3359FCAC75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4F75FDB-FBCC-4B87-AABC-5ADBB261BB02}" type="pres">
      <dgm:prSet presAssocID="{81BEB84D-9A77-49C6-9301-B3359FCAC75F}" presName="spaceRect" presStyleCnt="0"/>
      <dgm:spPr/>
    </dgm:pt>
    <dgm:pt modelId="{8C6416B8-BF6E-4B19-A8CD-80E01FEB1ED8}" type="pres">
      <dgm:prSet presAssocID="{81BEB84D-9A77-49C6-9301-B3359FCAC75F}" presName="parTx" presStyleLbl="revTx" presStyleIdx="0" presStyleCnt="2">
        <dgm:presLayoutVars>
          <dgm:chMax val="0"/>
          <dgm:chPref val="0"/>
        </dgm:presLayoutVars>
      </dgm:prSet>
      <dgm:spPr/>
    </dgm:pt>
    <dgm:pt modelId="{91C06081-CFBE-49AB-AE47-FB2FE4BD1620}" type="pres">
      <dgm:prSet presAssocID="{5D260F18-25D2-4074-87F1-7E78DDA61C58}" presName="sibTrans" presStyleCnt="0"/>
      <dgm:spPr/>
    </dgm:pt>
    <dgm:pt modelId="{780F5C81-E187-46CA-9F2B-7655A74715CA}" type="pres">
      <dgm:prSet presAssocID="{BFF9359E-E9B1-4B73-BACC-2C7988765B16}" presName="compNode" presStyleCnt="0"/>
      <dgm:spPr/>
    </dgm:pt>
    <dgm:pt modelId="{2DD6782C-3741-43AC-8E3F-C7C2A5A092FE}" type="pres">
      <dgm:prSet presAssocID="{BFF9359E-E9B1-4B73-BACC-2C7988765B16}" presName="bgRect" presStyleLbl="bgShp" presStyleIdx="1" presStyleCnt="2"/>
      <dgm:spPr/>
    </dgm:pt>
    <dgm:pt modelId="{22E3D4D5-84E6-41EE-BF94-D56D24841B8B}" type="pres">
      <dgm:prSet presAssocID="{BFF9359E-E9B1-4B73-BACC-2C7988765B1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7079802-B104-4A91-9CE1-92B9B5C9364A}" type="pres">
      <dgm:prSet presAssocID="{BFF9359E-E9B1-4B73-BACC-2C7988765B16}" presName="spaceRect" presStyleCnt="0"/>
      <dgm:spPr/>
    </dgm:pt>
    <dgm:pt modelId="{61C9C6B6-F051-4AFC-B696-34674ED32FC0}" type="pres">
      <dgm:prSet presAssocID="{BFF9359E-E9B1-4B73-BACC-2C7988765B1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16EC545-1971-48B3-978C-4756FCDCCFD9}" srcId="{C7720856-93F0-4CC7-B7FD-2466914A11D4}" destId="{BFF9359E-E9B1-4B73-BACC-2C7988765B16}" srcOrd="1" destOrd="0" parTransId="{6E0A40FA-1B79-4089-8B9A-3BA22865FE4E}" sibTransId="{1CEF1965-C516-4C44-BAE3-2FA3F5116930}"/>
    <dgm:cxn modelId="{F9899549-F706-4D9A-8D30-CC87785A4BD1}" type="presOf" srcId="{BFF9359E-E9B1-4B73-BACC-2C7988765B16}" destId="{61C9C6B6-F051-4AFC-B696-34674ED32FC0}" srcOrd="0" destOrd="0" presId="urn:microsoft.com/office/officeart/2018/2/layout/IconVerticalSolidList"/>
    <dgm:cxn modelId="{745B6C74-C9FD-47F7-996E-2D57D164A5C8}" type="presOf" srcId="{81BEB84D-9A77-49C6-9301-B3359FCAC75F}" destId="{8C6416B8-BF6E-4B19-A8CD-80E01FEB1ED8}" srcOrd="0" destOrd="0" presId="urn:microsoft.com/office/officeart/2018/2/layout/IconVerticalSolidList"/>
    <dgm:cxn modelId="{420EF6C4-7321-43BE-A2FC-253606B1E06A}" srcId="{C7720856-93F0-4CC7-B7FD-2466914A11D4}" destId="{81BEB84D-9A77-49C6-9301-B3359FCAC75F}" srcOrd="0" destOrd="0" parTransId="{AE4D0D43-0332-4F79-8D35-BCD8C10758AE}" sibTransId="{5D260F18-25D2-4074-87F1-7E78DDA61C58}"/>
    <dgm:cxn modelId="{0314A3D2-5E17-48C8-86C5-FD62237EACB0}" type="presOf" srcId="{C7720856-93F0-4CC7-B7FD-2466914A11D4}" destId="{536D0097-A245-4152-8984-CC3ABB7DF273}" srcOrd="0" destOrd="0" presId="urn:microsoft.com/office/officeart/2018/2/layout/IconVerticalSolidList"/>
    <dgm:cxn modelId="{EA473A5F-67A7-465E-8AF0-BCC7AA4998D7}" type="presParOf" srcId="{536D0097-A245-4152-8984-CC3ABB7DF273}" destId="{6802359D-3E26-495D-95C0-D50D2FF0A0AB}" srcOrd="0" destOrd="0" presId="urn:microsoft.com/office/officeart/2018/2/layout/IconVerticalSolidList"/>
    <dgm:cxn modelId="{3EA1E20D-3681-4C75-B15D-5D1DD3930DEE}" type="presParOf" srcId="{6802359D-3E26-495D-95C0-D50D2FF0A0AB}" destId="{B58CA141-504B-412A-818E-73651C363A3D}" srcOrd="0" destOrd="0" presId="urn:microsoft.com/office/officeart/2018/2/layout/IconVerticalSolidList"/>
    <dgm:cxn modelId="{FDCE3AB2-924B-400D-A9DE-D08297DAF291}" type="presParOf" srcId="{6802359D-3E26-495D-95C0-D50D2FF0A0AB}" destId="{AFC95015-001F-49EB-8731-0714E310C46E}" srcOrd="1" destOrd="0" presId="urn:microsoft.com/office/officeart/2018/2/layout/IconVerticalSolidList"/>
    <dgm:cxn modelId="{BDA015F8-97AE-48DF-93CC-7552465E4756}" type="presParOf" srcId="{6802359D-3E26-495D-95C0-D50D2FF0A0AB}" destId="{D4F75FDB-FBCC-4B87-AABC-5ADBB261BB02}" srcOrd="2" destOrd="0" presId="urn:microsoft.com/office/officeart/2018/2/layout/IconVerticalSolidList"/>
    <dgm:cxn modelId="{9F0D6FCF-B728-4D45-BA20-DEE7162FFE27}" type="presParOf" srcId="{6802359D-3E26-495D-95C0-D50D2FF0A0AB}" destId="{8C6416B8-BF6E-4B19-A8CD-80E01FEB1ED8}" srcOrd="3" destOrd="0" presId="urn:microsoft.com/office/officeart/2018/2/layout/IconVerticalSolidList"/>
    <dgm:cxn modelId="{473851C0-4FDC-4DB1-8FC0-25AAC7B6CF71}" type="presParOf" srcId="{536D0097-A245-4152-8984-CC3ABB7DF273}" destId="{91C06081-CFBE-49AB-AE47-FB2FE4BD1620}" srcOrd="1" destOrd="0" presId="urn:microsoft.com/office/officeart/2018/2/layout/IconVerticalSolidList"/>
    <dgm:cxn modelId="{9CA6B505-46F0-4253-ADF2-226B921D100B}" type="presParOf" srcId="{536D0097-A245-4152-8984-CC3ABB7DF273}" destId="{780F5C81-E187-46CA-9F2B-7655A74715CA}" srcOrd="2" destOrd="0" presId="urn:microsoft.com/office/officeart/2018/2/layout/IconVerticalSolidList"/>
    <dgm:cxn modelId="{9D4847BD-25B9-4A68-8068-0711BBEAA0D7}" type="presParOf" srcId="{780F5C81-E187-46CA-9F2B-7655A74715CA}" destId="{2DD6782C-3741-43AC-8E3F-C7C2A5A092FE}" srcOrd="0" destOrd="0" presId="urn:microsoft.com/office/officeart/2018/2/layout/IconVerticalSolidList"/>
    <dgm:cxn modelId="{59281DA9-0529-406E-9193-EE63F35ED646}" type="presParOf" srcId="{780F5C81-E187-46CA-9F2B-7655A74715CA}" destId="{22E3D4D5-84E6-41EE-BF94-D56D24841B8B}" srcOrd="1" destOrd="0" presId="urn:microsoft.com/office/officeart/2018/2/layout/IconVerticalSolidList"/>
    <dgm:cxn modelId="{A8B9FF69-B1EC-4F7B-AF3A-3114F1BD1D77}" type="presParOf" srcId="{780F5C81-E187-46CA-9F2B-7655A74715CA}" destId="{97079802-B104-4A91-9CE1-92B9B5C9364A}" srcOrd="2" destOrd="0" presId="urn:microsoft.com/office/officeart/2018/2/layout/IconVerticalSolidList"/>
    <dgm:cxn modelId="{B7EF2B86-7E13-4C54-9A10-7AF5ADA58315}" type="presParOf" srcId="{780F5C81-E187-46CA-9F2B-7655A74715CA}" destId="{61C9C6B6-F051-4AFC-B696-34674ED32F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503D04-C97E-4622-AE07-D0307CB3B4CA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AAC263CB-8256-4B03-92FE-1622698FB3E9}">
      <dgm:prSet custT="1"/>
      <dgm:spPr/>
      <dgm:t>
        <a:bodyPr rtlCol="0" anchor="ctr"/>
        <a:lstStyle/>
        <a:p>
          <a:pPr rtl="0"/>
          <a:r>
            <a:rPr lang="es-ES" sz="2000" noProof="1">
              <a:solidFill>
                <a:schemeClr val="bg1"/>
              </a:solidFill>
            </a:rPr>
            <a:t>Propuesta: Sistema web</a:t>
          </a:r>
        </a:p>
        <a:p>
          <a:pPr rtl="0"/>
          <a:r>
            <a:rPr lang="es-ES" sz="2000" noProof="1">
              <a:solidFill>
                <a:schemeClr val="bg1"/>
              </a:solidFill>
            </a:rPr>
            <a:t>Php &amp; MySql</a:t>
          </a:r>
        </a:p>
      </dgm:t>
    </dgm:pt>
    <dgm:pt modelId="{0BEED663-FC38-4EAD-940F-4C475D2C87DB}" type="parTrans" cxnId="{C5E94186-9CB6-4C42-92B3-C546CC53A7B9}">
      <dgm:prSet/>
      <dgm:spPr/>
      <dgm:t>
        <a:bodyPr rtlCol="0"/>
        <a:lstStyle/>
        <a:p>
          <a:pPr rtl="0"/>
          <a:endParaRPr lang="es-ES" sz="2000" noProof="1"/>
        </a:p>
      </dgm:t>
    </dgm:pt>
    <dgm:pt modelId="{808B76D0-8EC7-469A-93AC-7A6017188A9D}" type="sibTrans" cxnId="{C5E94186-9CB6-4C42-92B3-C546CC53A7B9}">
      <dgm:prSet custT="1"/>
      <dgm:spPr/>
      <dgm:t>
        <a:bodyPr rtlCol="0"/>
        <a:lstStyle/>
        <a:p>
          <a:pPr rtl="0"/>
          <a:endParaRPr lang="es-ES" sz="2000" noProof="1"/>
        </a:p>
      </dgm:t>
    </dgm:pt>
    <dgm:pt modelId="{4E8D2E69-0173-4BD3-B96A-7A9C5DD12B47}">
      <dgm:prSet custT="1"/>
      <dgm:spPr/>
      <dgm:t>
        <a:bodyPr rtlCol="0" anchor="ctr"/>
        <a:lstStyle/>
        <a:p>
          <a:pPr rtl="0"/>
          <a:r>
            <a:rPr lang="es-ES" sz="2000" noProof="1">
              <a:solidFill>
                <a:schemeClr val="bg1"/>
              </a:solidFill>
            </a:rPr>
            <a:t>Duración: 3 meses</a:t>
          </a:r>
          <a:br>
            <a:rPr lang="es-ES" sz="2000" noProof="1">
              <a:solidFill>
                <a:schemeClr val="bg1"/>
              </a:solidFill>
            </a:rPr>
          </a:br>
          <a:r>
            <a:rPr lang="es-ES" sz="2000" noProof="1">
              <a:solidFill>
                <a:schemeClr val="bg1"/>
              </a:solidFill>
            </a:rPr>
            <a:t>(Como máximo) Entregas Parciales</a:t>
          </a:r>
        </a:p>
      </dgm:t>
    </dgm:pt>
    <dgm:pt modelId="{B954BF22-E3B3-4A1C-802E-590228BE2D9C}" type="parTrans" cxnId="{0F866C41-EB5F-47BD-A2CD-A58671F15B67}">
      <dgm:prSet/>
      <dgm:spPr/>
      <dgm:t>
        <a:bodyPr rtlCol="0"/>
        <a:lstStyle/>
        <a:p>
          <a:pPr rtl="0"/>
          <a:endParaRPr lang="es-ES" sz="2000" noProof="1"/>
        </a:p>
      </dgm:t>
    </dgm:pt>
    <dgm:pt modelId="{FEF1E80E-8A9E-4B0A-817C-2A4CFDCF3FB2}" type="sibTrans" cxnId="{0F866C41-EB5F-47BD-A2CD-A58671F15B67}">
      <dgm:prSet custT="1"/>
      <dgm:spPr/>
      <dgm:t>
        <a:bodyPr rtlCol="0"/>
        <a:lstStyle/>
        <a:p>
          <a:pPr rtl="0"/>
          <a:endParaRPr lang="es-ES" sz="2000" noProof="1"/>
        </a:p>
      </dgm:t>
    </dgm:pt>
    <dgm:pt modelId="{93A6A030-ABAB-4EFA-B539-0FDB3E07C1EF}">
      <dgm:prSet custT="1"/>
      <dgm:spPr/>
      <dgm:t>
        <a:bodyPr rtlCol="0" anchor="ctr"/>
        <a:lstStyle/>
        <a:p>
          <a:pPr rtl="0"/>
          <a:r>
            <a:rPr lang="es-ES" sz="2000" noProof="1">
              <a:solidFill>
                <a:schemeClr val="bg1"/>
              </a:solidFill>
            </a:rPr>
            <a:t>Inversión: 3000 Soles</a:t>
          </a:r>
        </a:p>
      </dgm:t>
    </dgm:pt>
    <dgm:pt modelId="{3D674B97-6DC6-4A12-85BA-0976D3064237}" type="parTrans" cxnId="{4B40C8DC-6B57-4F5B-8440-7241C649700B}">
      <dgm:prSet/>
      <dgm:spPr/>
      <dgm:t>
        <a:bodyPr rtlCol="0"/>
        <a:lstStyle/>
        <a:p>
          <a:pPr rtl="0"/>
          <a:endParaRPr lang="es-ES" sz="2000" noProof="1"/>
        </a:p>
      </dgm:t>
    </dgm:pt>
    <dgm:pt modelId="{BFE0749E-E343-4A6F-BD09-2810EE6B4BD7}" type="sibTrans" cxnId="{4B40C8DC-6B57-4F5B-8440-7241C649700B}">
      <dgm:prSet custT="1"/>
      <dgm:spPr/>
      <dgm:t>
        <a:bodyPr rtlCol="0"/>
        <a:lstStyle/>
        <a:p>
          <a:pPr rtl="0"/>
          <a:endParaRPr lang="es-ES" sz="2000" noProof="1"/>
        </a:p>
      </dgm:t>
    </dgm:pt>
    <dgm:pt modelId="{76D56F19-2708-49DB-8F92-D8AC45F23A9A}">
      <dgm:prSet custT="1"/>
      <dgm:spPr>
        <a:solidFill>
          <a:schemeClr val="accent1"/>
        </a:solidFill>
      </dgm:spPr>
      <dgm:t>
        <a:bodyPr rtlCol="0" anchor="ctr"/>
        <a:lstStyle/>
        <a:p>
          <a:pPr rtl="0"/>
          <a:r>
            <a:rPr lang="es-ES" sz="2000" noProof="1">
              <a:solidFill>
                <a:schemeClr val="bg1"/>
              </a:solidFill>
            </a:rPr>
            <a:t>Forma de Pago : 3 cuotas(33%, 33%, 33%)</a:t>
          </a:r>
        </a:p>
      </dgm:t>
    </dgm:pt>
    <dgm:pt modelId="{9D5610C2-0A12-494A-AC46-8DD17C08B09F}" type="parTrans" cxnId="{32E90211-17E0-4DDF-9274-DD3E46D811B8}">
      <dgm:prSet/>
      <dgm:spPr/>
      <dgm:t>
        <a:bodyPr rtlCol="0"/>
        <a:lstStyle/>
        <a:p>
          <a:pPr rtl="0"/>
          <a:endParaRPr lang="es-ES" sz="2000" noProof="1"/>
        </a:p>
      </dgm:t>
    </dgm:pt>
    <dgm:pt modelId="{EC8965A1-F755-4945-8AAC-DCF1F68F011E}" type="sibTrans" cxnId="{32E90211-17E0-4DDF-9274-DD3E46D811B8}">
      <dgm:prSet/>
      <dgm:spPr/>
      <dgm:t>
        <a:bodyPr rtlCol="0"/>
        <a:lstStyle/>
        <a:p>
          <a:pPr rtl="0"/>
          <a:endParaRPr lang="es-ES" sz="2000" noProof="1"/>
        </a:p>
      </dgm:t>
    </dgm:pt>
    <dgm:pt modelId="{C7117AA3-29D3-A641-A58D-533CC172901B}" type="pres">
      <dgm:prSet presAssocID="{D4503D04-C97E-4622-AE07-D0307CB3B4CA}" presName="Name0" presStyleCnt="0">
        <dgm:presLayoutVars>
          <dgm:dir/>
          <dgm:resizeHandles val="exact"/>
        </dgm:presLayoutVars>
      </dgm:prSet>
      <dgm:spPr/>
    </dgm:pt>
    <dgm:pt modelId="{591CA60E-213E-7B4B-B9DE-D89D137D3DA9}" type="pres">
      <dgm:prSet presAssocID="{AAC263CB-8256-4B03-92FE-1622698FB3E9}" presName="node" presStyleLbl="node1" presStyleIdx="0" presStyleCnt="4" custLinFactNeighborX="-498" custLinFactNeighborY="-14313">
        <dgm:presLayoutVars>
          <dgm:bulletEnabled val="1"/>
        </dgm:presLayoutVars>
      </dgm:prSet>
      <dgm:spPr/>
    </dgm:pt>
    <dgm:pt modelId="{0B9714F2-E001-9048-99B0-C46EAB1CEAC1}" type="pres">
      <dgm:prSet presAssocID="{808B76D0-8EC7-469A-93AC-7A6017188A9D}" presName="sibTrans" presStyleLbl="sibTrans1D1" presStyleIdx="0" presStyleCnt="3"/>
      <dgm:spPr/>
    </dgm:pt>
    <dgm:pt modelId="{DBF0B936-C069-4B45-92D0-BC84490381D7}" type="pres">
      <dgm:prSet presAssocID="{808B76D0-8EC7-469A-93AC-7A6017188A9D}" presName="connectorText" presStyleLbl="sibTrans1D1" presStyleIdx="0" presStyleCnt="3"/>
      <dgm:spPr/>
    </dgm:pt>
    <dgm:pt modelId="{1FC37317-8B75-7A4E-B46A-6C6A45F69C67}" type="pres">
      <dgm:prSet presAssocID="{4E8D2E69-0173-4BD3-B96A-7A9C5DD12B47}" presName="node" presStyleLbl="node1" presStyleIdx="1" presStyleCnt="4">
        <dgm:presLayoutVars>
          <dgm:bulletEnabled val="1"/>
        </dgm:presLayoutVars>
      </dgm:prSet>
      <dgm:spPr/>
    </dgm:pt>
    <dgm:pt modelId="{DD741774-D280-DD46-9C9B-33FE253D22FC}" type="pres">
      <dgm:prSet presAssocID="{FEF1E80E-8A9E-4B0A-817C-2A4CFDCF3FB2}" presName="sibTrans" presStyleLbl="sibTrans1D1" presStyleIdx="1" presStyleCnt="3"/>
      <dgm:spPr/>
    </dgm:pt>
    <dgm:pt modelId="{B4080084-7793-E342-92FE-F348EAFF157C}" type="pres">
      <dgm:prSet presAssocID="{FEF1E80E-8A9E-4B0A-817C-2A4CFDCF3FB2}" presName="connectorText" presStyleLbl="sibTrans1D1" presStyleIdx="1" presStyleCnt="3"/>
      <dgm:spPr/>
    </dgm:pt>
    <dgm:pt modelId="{F14BE627-E883-874F-A626-EC388DCE8D9B}" type="pres">
      <dgm:prSet presAssocID="{93A6A030-ABAB-4EFA-B539-0FDB3E07C1EF}" presName="node" presStyleLbl="node1" presStyleIdx="2" presStyleCnt="4">
        <dgm:presLayoutVars>
          <dgm:bulletEnabled val="1"/>
        </dgm:presLayoutVars>
      </dgm:prSet>
      <dgm:spPr/>
    </dgm:pt>
    <dgm:pt modelId="{63AED5AC-6A4E-294A-8C0F-D72D7D241108}" type="pres">
      <dgm:prSet presAssocID="{BFE0749E-E343-4A6F-BD09-2810EE6B4BD7}" presName="sibTrans" presStyleLbl="sibTrans1D1" presStyleIdx="2" presStyleCnt="3"/>
      <dgm:spPr/>
    </dgm:pt>
    <dgm:pt modelId="{A4A67B76-88B9-3B42-B3EF-AFCDA17E5E1C}" type="pres">
      <dgm:prSet presAssocID="{BFE0749E-E343-4A6F-BD09-2810EE6B4BD7}" presName="connectorText" presStyleLbl="sibTrans1D1" presStyleIdx="2" presStyleCnt="3"/>
      <dgm:spPr/>
    </dgm:pt>
    <dgm:pt modelId="{D42A6699-F599-8045-897A-5A654DF673C0}" type="pres">
      <dgm:prSet presAssocID="{76D56F19-2708-49DB-8F92-D8AC45F23A9A}" presName="node" presStyleLbl="node1" presStyleIdx="3" presStyleCnt="4">
        <dgm:presLayoutVars>
          <dgm:bulletEnabled val="1"/>
        </dgm:presLayoutVars>
      </dgm:prSet>
      <dgm:spPr/>
    </dgm:pt>
  </dgm:ptLst>
  <dgm:cxnLst>
    <dgm:cxn modelId="{66512605-B992-8044-B3E6-E4EF4B6992BD}" type="presOf" srcId="{FEF1E80E-8A9E-4B0A-817C-2A4CFDCF3FB2}" destId="{DD741774-D280-DD46-9C9B-33FE253D22FC}" srcOrd="0" destOrd="0" presId="urn:microsoft.com/office/officeart/2016/7/layout/RepeatingBendingProcessNew"/>
    <dgm:cxn modelId="{A9B54F08-706D-074E-8E9A-EBFEEAA22FAA}" type="presOf" srcId="{808B76D0-8EC7-469A-93AC-7A6017188A9D}" destId="{DBF0B936-C069-4B45-92D0-BC84490381D7}" srcOrd="1" destOrd="0" presId="urn:microsoft.com/office/officeart/2016/7/layout/RepeatingBendingProcessNew"/>
    <dgm:cxn modelId="{E8FDC109-B482-B84E-95EE-92A52C5C47F4}" type="presOf" srcId="{76D56F19-2708-49DB-8F92-D8AC45F23A9A}" destId="{D42A6699-F599-8045-897A-5A654DF673C0}" srcOrd="0" destOrd="0" presId="urn:microsoft.com/office/officeart/2016/7/layout/RepeatingBendingProcessNew"/>
    <dgm:cxn modelId="{32E90211-17E0-4DDF-9274-DD3E46D811B8}" srcId="{D4503D04-C97E-4622-AE07-D0307CB3B4CA}" destId="{76D56F19-2708-49DB-8F92-D8AC45F23A9A}" srcOrd="3" destOrd="0" parTransId="{9D5610C2-0A12-494A-AC46-8DD17C08B09F}" sibTransId="{EC8965A1-F755-4945-8AAC-DCF1F68F011E}"/>
    <dgm:cxn modelId="{00653E19-B8E7-A740-A472-1977092F60A0}" type="presOf" srcId="{4E8D2E69-0173-4BD3-B96A-7A9C5DD12B47}" destId="{1FC37317-8B75-7A4E-B46A-6C6A45F69C67}" srcOrd="0" destOrd="0" presId="urn:microsoft.com/office/officeart/2016/7/layout/RepeatingBendingProcessNew"/>
    <dgm:cxn modelId="{D907A31C-5CFB-374D-89E1-68F3C8505565}" type="presOf" srcId="{BFE0749E-E343-4A6F-BD09-2810EE6B4BD7}" destId="{A4A67B76-88B9-3B42-B3EF-AFCDA17E5E1C}" srcOrd="1" destOrd="0" presId="urn:microsoft.com/office/officeart/2016/7/layout/RepeatingBendingProcessNew"/>
    <dgm:cxn modelId="{0F866C41-EB5F-47BD-A2CD-A58671F15B67}" srcId="{D4503D04-C97E-4622-AE07-D0307CB3B4CA}" destId="{4E8D2E69-0173-4BD3-B96A-7A9C5DD12B47}" srcOrd="1" destOrd="0" parTransId="{B954BF22-E3B3-4A1C-802E-590228BE2D9C}" sibTransId="{FEF1E80E-8A9E-4B0A-817C-2A4CFDCF3FB2}"/>
    <dgm:cxn modelId="{6CE97453-8862-AD4C-A88F-D046002A23EE}" type="presOf" srcId="{FEF1E80E-8A9E-4B0A-817C-2A4CFDCF3FB2}" destId="{B4080084-7793-E342-92FE-F348EAFF157C}" srcOrd="1" destOrd="0" presId="urn:microsoft.com/office/officeart/2016/7/layout/RepeatingBendingProcessNew"/>
    <dgm:cxn modelId="{C5E94186-9CB6-4C42-92B3-C546CC53A7B9}" srcId="{D4503D04-C97E-4622-AE07-D0307CB3B4CA}" destId="{AAC263CB-8256-4B03-92FE-1622698FB3E9}" srcOrd="0" destOrd="0" parTransId="{0BEED663-FC38-4EAD-940F-4C475D2C87DB}" sibTransId="{808B76D0-8EC7-469A-93AC-7A6017188A9D}"/>
    <dgm:cxn modelId="{47016397-455F-EC49-8301-8A7FB8F85FB3}" type="presOf" srcId="{D4503D04-C97E-4622-AE07-D0307CB3B4CA}" destId="{C7117AA3-29D3-A641-A58D-533CC172901B}" srcOrd="0" destOrd="0" presId="urn:microsoft.com/office/officeart/2016/7/layout/RepeatingBendingProcessNew"/>
    <dgm:cxn modelId="{9AC8BDBC-6730-B045-9CCF-76DAB6ABAAE6}" type="presOf" srcId="{BFE0749E-E343-4A6F-BD09-2810EE6B4BD7}" destId="{63AED5AC-6A4E-294A-8C0F-D72D7D241108}" srcOrd="0" destOrd="0" presId="urn:microsoft.com/office/officeart/2016/7/layout/RepeatingBendingProcessNew"/>
    <dgm:cxn modelId="{FE75BCD7-BEFD-2B4A-857D-4205F1F546BF}" type="presOf" srcId="{AAC263CB-8256-4B03-92FE-1622698FB3E9}" destId="{591CA60E-213E-7B4B-B9DE-D89D137D3DA9}" srcOrd="0" destOrd="0" presId="urn:microsoft.com/office/officeart/2016/7/layout/RepeatingBendingProcessNew"/>
    <dgm:cxn modelId="{84E8A2D8-19F1-F847-BCDE-877F09D08EDA}" type="presOf" srcId="{93A6A030-ABAB-4EFA-B539-0FDB3E07C1EF}" destId="{F14BE627-E883-874F-A626-EC388DCE8D9B}" srcOrd="0" destOrd="0" presId="urn:microsoft.com/office/officeart/2016/7/layout/RepeatingBendingProcessNew"/>
    <dgm:cxn modelId="{4B40C8DC-6B57-4F5B-8440-7241C649700B}" srcId="{D4503D04-C97E-4622-AE07-D0307CB3B4CA}" destId="{93A6A030-ABAB-4EFA-B539-0FDB3E07C1EF}" srcOrd="2" destOrd="0" parTransId="{3D674B97-6DC6-4A12-85BA-0976D3064237}" sibTransId="{BFE0749E-E343-4A6F-BD09-2810EE6B4BD7}"/>
    <dgm:cxn modelId="{670470FF-28F5-8747-80CB-D5309335BE4E}" type="presOf" srcId="{808B76D0-8EC7-469A-93AC-7A6017188A9D}" destId="{0B9714F2-E001-9048-99B0-C46EAB1CEAC1}" srcOrd="0" destOrd="0" presId="urn:microsoft.com/office/officeart/2016/7/layout/RepeatingBendingProcessNew"/>
    <dgm:cxn modelId="{54EC6AF8-8601-FB4F-A2D0-DB03BBC973B1}" type="presParOf" srcId="{C7117AA3-29D3-A641-A58D-533CC172901B}" destId="{591CA60E-213E-7B4B-B9DE-D89D137D3DA9}" srcOrd="0" destOrd="0" presId="urn:microsoft.com/office/officeart/2016/7/layout/RepeatingBendingProcessNew"/>
    <dgm:cxn modelId="{6386B277-0B98-3845-B375-656F6843D11A}" type="presParOf" srcId="{C7117AA3-29D3-A641-A58D-533CC172901B}" destId="{0B9714F2-E001-9048-99B0-C46EAB1CEAC1}" srcOrd="1" destOrd="0" presId="urn:microsoft.com/office/officeart/2016/7/layout/RepeatingBendingProcessNew"/>
    <dgm:cxn modelId="{76384253-4A53-B443-80FD-2EF068156A86}" type="presParOf" srcId="{0B9714F2-E001-9048-99B0-C46EAB1CEAC1}" destId="{DBF0B936-C069-4B45-92D0-BC84490381D7}" srcOrd="0" destOrd="0" presId="urn:microsoft.com/office/officeart/2016/7/layout/RepeatingBendingProcessNew"/>
    <dgm:cxn modelId="{E8588933-DC2A-1949-97A0-149E024060BF}" type="presParOf" srcId="{C7117AA3-29D3-A641-A58D-533CC172901B}" destId="{1FC37317-8B75-7A4E-B46A-6C6A45F69C67}" srcOrd="2" destOrd="0" presId="urn:microsoft.com/office/officeart/2016/7/layout/RepeatingBendingProcessNew"/>
    <dgm:cxn modelId="{AC78AD39-C148-BB4D-98EA-D6CD0C26FBA7}" type="presParOf" srcId="{C7117AA3-29D3-A641-A58D-533CC172901B}" destId="{DD741774-D280-DD46-9C9B-33FE253D22FC}" srcOrd="3" destOrd="0" presId="urn:microsoft.com/office/officeart/2016/7/layout/RepeatingBendingProcessNew"/>
    <dgm:cxn modelId="{9CE3DEE8-B926-6B48-99A6-61F253EB87DF}" type="presParOf" srcId="{DD741774-D280-DD46-9C9B-33FE253D22FC}" destId="{B4080084-7793-E342-92FE-F348EAFF157C}" srcOrd="0" destOrd="0" presId="urn:microsoft.com/office/officeart/2016/7/layout/RepeatingBendingProcessNew"/>
    <dgm:cxn modelId="{EC00BA5B-7C94-D14D-A573-503F23913101}" type="presParOf" srcId="{C7117AA3-29D3-A641-A58D-533CC172901B}" destId="{F14BE627-E883-874F-A626-EC388DCE8D9B}" srcOrd="4" destOrd="0" presId="urn:microsoft.com/office/officeart/2016/7/layout/RepeatingBendingProcessNew"/>
    <dgm:cxn modelId="{C959B72A-D800-9544-8676-DE829FFB4EA1}" type="presParOf" srcId="{C7117AA3-29D3-A641-A58D-533CC172901B}" destId="{63AED5AC-6A4E-294A-8C0F-D72D7D241108}" srcOrd="5" destOrd="0" presId="urn:microsoft.com/office/officeart/2016/7/layout/RepeatingBendingProcessNew"/>
    <dgm:cxn modelId="{DABC8E6C-99C5-3340-95B9-6CF8BC427CA3}" type="presParOf" srcId="{63AED5AC-6A4E-294A-8C0F-D72D7D241108}" destId="{A4A67B76-88B9-3B42-B3EF-AFCDA17E5E1C}" srcOrd="0" destOrd="0" presId="urn:microsoft.com/office/officeart/2016/7/layout/RepeatingBendingProcessNew"/>
    <dgm:cxn modelId="{AA62AE45-F47E-C040-8561-C054B92C617C}" type="presParOf" srcId="{C7117AA3-29D3-A641-A58D-533CC172901B}" destId="{D42A6699-F599-8045-897A-5A654DF673C0}" srcOrd="6" destOrd="0" presId="urn:microsoft.com/office/officeart/2016/7/layout/RepeatingBendingProcessNew"/>
  </dgm:cxnLst>
  <dgm:bg/>
  <dgm:whole>
    <a:effectLst/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4D0CB4-0619-47EF-A746-365405D39958}">
      <dsp:nvSpPr>
        <dsp:cNvPr id="0" name=""/>
        <dsp:cNvSpPr/>
      </dsp:nvSpPr>
      <dsp:spPr>
        <a:xfrm>
          <a:off x="0" y="381"/>
          <a:ext cx="4716462" cy="8924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C6D826-A6E6-42EC-BF0E-9025B33009B2}">
      <dsp:nvSpPr>
        <dsp:cNvPr id="0" name=""/>
        <dsp:cNvSpPr/>
      </dsp:nvSpPr>
      <dsp:spPr>
        <a:xfrm>
          <a:off x="269954" y="201173"/>
          <a:ext cx="490826" cy="4908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FC8C9-03E6-4269-9DB7-824A4479C21C}">
      <dsp:nvSpPr>
        <dsp:cNvPr id="0" name=""/>
        <dsp:cNvSpPr/>
      </dsp:nvSpPr>
      <dsp:spPr>
        <a:xfrm>
          <a:off x="1030734" y="381"/>
          <a:ext cx="3685727" cy="89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47" tIns="94447" rIns="94447" bIns="94447" numCol="1" spcCol="1270" rtlCol="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kern="1200" noProof="1"/>
            <a:t>Gestión de Academia</a:t>
          </a:r>
          <a:endParaRPr lang="es-ES" sz="2400" kern="1200" noProof="1"/>
        </a:p>
      </dsp:txBody>
      <dsp:txXfrm>
        <a:off x="1030734" y="381"/>
        <a:ext cx="3685727" cy="892410"/>
      </dsp:txXfrm>
    </dsp:sp>
    <dsp:sp modelId="{B58CA141-504B-412A-818E-73651C363A3D}">
      <dsp:nvSpPr>
        <dsp:cNvPr id="0" name=""/>
        <dsp:cNvSpPr/>
      </dsp:nvSpPr>
      <dsp:spPr>
        <a:xfrm>
          <a:off x="0" y="1115895"/>
          <a:ext cx="4716462" cy="8924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C95015-001F-49EB-8731-0714E310C46E}">
      <dsp:nvSpPr>
        <dsp:cNvPr id="0" name=""/>
        <dsp:cNvSpPr/>
      </dsp:nvSpPr>
      <dsp:spPr>
        <a:xfrm>
          <a:off x="269954" y="1316687"/>
          <a:ext cx="490826" cy="4908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416B8-BF6E-4B19-A8CD-80E01FEB1ED8}">
      <dsp:nvSpPr>
        <dsp:cNvPr id="0" name=""/>
        <dsp:cNvSpPr/>
      </dsp:nvSpPr>
      <dsp:spPr>
        <a:xfrm>
          <a:off x="1030734" y="1115895"/>
          <a:ext cx="3685727" cy="89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47" tIns="94447" rIns="94447" bIns="94447" numCol="1" spcCol="1270" rtlCol="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noProof="1"/>
            <a:t>Gestión de Clases</a:t>
          </a:r>
        </a:p>
      </dsp:txBody>
      <dsp:txXfrm>
        <a:off x="1030734" y="1115895"/>
        <a:ext cx="3685727" cy="892410"/>
      </dsp:txXfrm>
    </dsp:sp>
    <dsp:sp modelId="{2DD6782C-3741-43AC-8E3F-C7C2A5A092FE}">
      <dsp:nvSpPr>
        <dsp:cNvPr id="0" name=""/>
        <dsp:cNvSpPr/>
      </dsp:nvSpPr>
      <dsp:spPr>
        <a:xfrm>
          <a:off x="0" y="2231408"/>
          <a:ext cx="4716462" cy="8924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E3D4D5-84E6-41EE-BF94-D56D24841B8B}">
      <dsp:nvSpPr>
        <dsp:cNvPr id="0" name=""/>
        <dsp:cNvSpPr/>
      </dsp:nvSpPr>
      <dsp:spPr>
        <a:xfrm>
          <a:off x="269954" y="2432201"/>
          <a:ext cx="490826" cy="4908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9C6B6-F051-4AFC-B696-34674ED32FC0}">
      <dsp:nvSpPr>
        <dsp:cNvPr id="0" name=""/>
        <dsp:cNvSpPr/>
      </dsp:nvSpPr>
      <dsp:spPr>
        <a:xfrm>
          <a:off x="1030734" y="2231408"/>
          <a:ext cx="3685727" cy="89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47" tIns="94447" rIns="94447" bIns="94447" numCol="1" spcCol="1270" rtlCol="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noProof="1"/>
            <a:t>Gestión de Estudiantes</a:t>
          </a:r>
        </a:p>
      </dsp:txBody>
      <dsp:txXfrm>
        <a:off x="1030734" y="2231408"/>
        <a:ext cx="3685727" cy="8924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8CA141-504B-412A-818E-73651C363A3D}">
      <dsp:nvSpPr>
        <dsp:cNvPr id="0" name=""/>
        <dsp:cNvSpPr/>
      </dsp:nvSpPr>
      <dsp:spPr>
        <a:xfrm>
          <a:off x="0" y="507682"/>
          <a:ext cx="4716462" cy="9372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C95015-001F-49EB-8731-0714E310C46E}">
      <dsp:nvSpPr>
        <dsp:cNvPr id="0" name=""/>
        <dsp:cNvSpPr/>
      </dsp:nvSpPr>
      <dsp:spPr>
        <a:xfrm>
          <a:off x="283521" y="718566"/>
          <a:ext cx="515493" cy="5154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416B8-BF6E-4B19-A8CD-80E01FEB1ED8}">
      <dsp:nvSpPr>
        <dsp:cNvPr id="0" name=""/>
        <dsp:cNvSpPr/>
      </dsp:nvSpPr>
      <dsp:spPr>
        <a:xfrm>
          <a:off x="1082535" y="507682"/>
          <a:ext cx="3633926" cy="937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3" tIns="99193" rIns="99193" bIns="99193" numCol="1" spcCol="1270" rtlCol="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noProof="1"/>
            <a:t>Gestión de Pagos</a:t>
          </a:r>
        </a:p>
      </dsp:txBody>
      <dsp:txXfrm>
        <a:off x="1082535" y="507682"/>
        <a:ext cx="3633926" cy="937260"/>
      </dsp:txXfrm>
    </dsp:sp>
    <dsp:sp modelId="{2DD6782C-3741-43AC-8E3F-C7C2A5A092FE}">
      <dsp:nvSpPr>
        <dsp:cNvPr id="0" name=""/>
        <dsp:cNvSpPr/>
      </dsp:nvSpPr>
      <dsp:spPr>
        <a:xfrm>
          <a:off x="0" y="1679258"/>
          <a:ext cx="4716462" cy="9372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E3D4D5-84E6-41EE-BF94-D56D24841B8B}">
      <dsp:nvSpPr>
        <dsp:cNvPr id="0" name=""/>
        <dsp:cNvSpPr/>
      </dsp:nvSpPr>
      <dsp:spPr>
        <a:xfrm>
          <a:off x="283521" y="1890141"/>
          <a:ext cx="515493" cy="5154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9C6B6-F051-4AFC-B696-34674ED32FC0}">
      <dsp:nvSpPr>
        <dsp:cNvPr id="0" name=""/>
        <dsp:cNvSpPr/>
      </dsp:nvSpPr>
      <dsp:spPr>
        <a:xfrm>
          <a:off x="1082535" y="1679258"/>
          <a:ext cx="3633926" cy="937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3" tIns="99193" rIns="99193" bIns="99193" numCol="1" spcCol="1270" rtlCol="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noProof="1"/>
            <a:t>Gestión de Aprendizaje</a:t>
          </a:r>
          <a:br>
            <a:rPr lang="es-ES" sz="2300" kern="1200" noProof="1"/>
          </a:br>
          <a:r>
            <a:rPr lang="es-ES" sz="2300" kern="1200" noProof="1"/>
            <a:t>(Internos y Externos)</a:t>
          </a:r>
        </a:p>
      </dsp:txBody>
      <dsp:txXfrm>
        <a:off x="1082535" y="1679258"/>
        <a:ext cx="3633926" cy="9372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714F2-E001-9048-99B0-C46EAB1CEAC1}">
      <dsp:nvSpPr>
        <dsp:cNvPr id="0" name=""/>
        <dsp:cNvSpPr/>
      </dsp:nvSpPr>
      <dsp:spPr>
        <a:xfrm>
          <a:off x="3951635" y="752934"/>
          <a:ext cx="5949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579" y="45720"/>
              </a:lnTo>
              <a:lnTo>
                <a:pt x="314579" y="45736"/>
              </a:lnTo>
              <a:lnTo>
                <a:pt x="594959" y="45736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noProof="1"/>
        </a:p>
      </dsp:txBody>
      <dsp:txXfrm>
        <a:off x="4233476" y="795593"/>
        <a:ext cx="31277" cy="6123"/>
      </dsp:txXfrm>
    </dsp:sp>
    <dsp:sp modelId="{591CA60E-213E-7B4B-B9DE-D89D137D3DA9}">
      <dsp:nvSpPr>
        <dsp:cNvPr id="0" name=""/>
        <dsp:cNvSpPr/>
      </dsp:nvSpPr>
      <dsp:spPr>
        <a:xfrm>
          <a:off x="1291253" y="0"/>
          <a:ext cx="2662182" cy="15973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0449" tIns="136929" rIns="130449" bIns="136929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1">
              <a:solidFill>
                <a:schemeClr val="bg1"/>
              </a:solidFill>
            </a:rPr>
            <a:t>Propuesta: Sistema web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1">
              <a:solidFill>
                <a:schemeClr val="bg1"/>
              </a:solidFill>
            </a:rPr>
            <a:t>Php &amp; MySql</a:t>
          </a:r>
        </a:p>
      </dsp:txBody>
      <dsp:txXfrm>
        <a:off x="1291253" y="0"/>
        <a:ext cx="2662182" cy="1597309"/>
      </dsp:txXfrm>
    </dsp:sp>
    <dsp:sp modelId="{DD741774-D280-DD46-9C9B-33FE253D22FC}">
      <dsp:nvSpPr>
        <dsp:cNvPr id="0" name=""/>
        <dsp:cNvSpPr/>
      </dsp:nvSpPr>
      <dsp:spPr>
        <a:xfrm>
          <a:off x="2635602" y="1595525"/>
          <a:ext cx="3274483" cy="581701"/>
        </a:xfrm>
        <a:custGeom>
          <a:avLst/>
          <a:gdLst/>
          <a:ahLst/>
          <a:cxnLst/>
          <a:rect l="0" t="0" r="0" b="0"/>
          <a:pathLst>
            <a:path>
              <a:moveTo>
                <a:pt x="3274483" y="0"/>
              </a:moveTo>
              <a:lnTo>
                <a:pt x="3274483" y="307950"/>
              </a:lnTo>
              <a:lnTo>
                <a:pt x="0" y="307950"/>
              </a:lnTo>
              <a:lnTo>
                <a:pt x="0" y="581701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noProof="1"/>
        </a:p>
      </dsp:txBody>
      <dsp:txXfrm>
        <a:off x="4189563" y="1883314"/>
        <a:ext cx="166561" cy="6123"/>
      </dsp:txXfrm>
    </dsp:sp>
    <dsp:sp modelId="{1FC37317-8B75-7A4E-B46A-6C6A45F69C67}">
      <dsp:nvSpPr>
        <dsp:cNvPr id="0" name=""/>
        <dsp:cNvSpPr/>
      </dsp:nvSpPr>
      <dsp:spPr>
        <a:xfrm>
          <a:off x="4578994" y="16"/>
          <a:ext cx="2662182" cy="15973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0449" tIns="136929" rIns="130449" bIns="136929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1">
              <a:solidFill>
                <a:schemeClr val="bg1"/>
              </a:solidFill>
            </a:rPr>
            <a:t>Duración: 3 meses</a:t>
          </a:r>
          <a:br>
            <a:rPr lang="es-ES" sz="2000" kern="1200" noProof="1">
              <a:solidFill>
                <a:schemeClr val="bg1"/>
              </a:solidFill>
            </a:rPr>
          </a:br>
          <a:r>
            <a:rPr lang="es-ES" sz="2000" kern="1200" noProof="1">
              <a:solidFill>
                <a:schemeClr val="bg1"/>
              </a:solidFill>
            </a:rPr>
            <a:t>(Como máximo) Entregas Parciales</a:t>
          </a:r>
        </a:p>
      </dsp:txBody>
      <dsp:txXfrm>
        <a:off x="4578994" y="16"/>
        <a:ext cx="2662182" cy="1597309"/>
      </dsp:txXfrm>
    </dsp:sp>
    <dsp:sp modelId="{63AED5AC-6A4E-294A-8C0F-D72D7D241108}">
      <dsp:nvSpPr>
        <dsp:cNvPr id="0" name=""/>
        <dsp:cNvSpPr/>
      </dsp:nvSpPr>
      <dsp:spPr>
        <a:xfrm>
          <a:off x="3964893" y="2962562"/>
          <a:ext cx="5817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1701" y="45720"/>
              </a:lnTo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noProof="1"/>
        </a:p>
      </dsp:txBody>
      <dsp:txXfrm>
        <a:off x="4240436" y="3005220"/>
        <a:ext cx="30615" cy="6123"/>
      </dsp:txXfrm>
    </dsp:sp>
    <dsp:sp modelId="{F14BE627-E883-874F-A626-EC388DCE8D9B}">
      <dsp:nvSpPr>
        <dsp:cNvPr id="0" name=""/>
        <dsp:cNvSpPr/>
      </dsp:nvSpPr>
      <dsp:spPr>
        <a:xfrm>
          <a:off x="1304510" y="2209627"/>
          <a:ext cx="2662182" cy="15973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0449" tIns="136929" rIns="130449" bIns="136929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1">
              <a:solidFill>
                <a:schemeClr val="bg1"/>
              </a:solidFill>
            </a:rPr>
            <a:t>Inversión: 3000 Soles</a:t>
          </a:r>
        </a:p>
      </dsp:txBody>
      <dsp:txXfrm>
        <a:off x="1304510" y="2209627"/>
        <a:ext cx="2662182" cy="1597309"/>
      </dsp:txXfrm>
    </dsp:sp>
    <dsp:sp modelId="{D42A6699-F599-8045-897A-5A654DF673C0}">
      <dsp:nvSpPr>
        <dsp:cNvPr id="0" name=""/>
        <dsp:cNvSpPr/>
      </dsp:nvSpPr>
      <dsp:spPr>
        <a:xfrm>
          <a:off x="4578994" y="2209627"/>
          <a:ext cx="2662182" cy="1597309"/>
        </a:xfrm>
        <a:prstGeom prst="rect">
          <a:avLst/>
        </a:prstGeom>
        <a:solidFill>
          <a:schemeClr val="accent1"/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0449" tIns="136929" rIns="130449" bIns="136929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1">
              <a:solidFill>
                <a:schemeClr val="bg1"/>
              </a:solidFill>
            </a:rPr>
            <a:t>Forma de Pago : 3 cuotas(33%, 33%, 33%)</a:t>
          </a:r>
        </a:p>
      </dsp:txBody>
      <dsp:txXfrm>
        <a:off x="4578994" y="2209627"/>
        <a:ext cx="2662182" cy="1597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Lista sólida vertical de iconos"/>
  <dgm:desc val="Se usa para mostrar una serie de elementos visuales de arriba a abajo con texto de nivel 1 o nivel 1 y nivel 2 agrupados en una forma. Funciona mejor con iconos o imágenes pequeñas con descripciones más larga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Lista sólida vertical de iconos"/>
  <dgm:desc val="Se usa para mostrar una serie de elementos visuales de arriba a abajo con texto de nivel 1 o nivel 1 y nivel 2 agrupados en una forma. Funciona mejor con iconos o imágenes pequeñas con descripciones más larga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Nuevo proceso curvo repetitivo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8BC40FD4-49E5-45F4-9F5F-D127674F3B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97B86CE-7533-4591-A533-3B285CBFBD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B2B196-7459-491B-98B6-A51FEF4376A4}" type="datetime1">
              <a:rPr lang="es-ES" smtClean="0"/>
              <a:t>30/03/2023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97BB4A-C2FA-48DD-9F31-664DF2C9F7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540AB79-C081-43E8-B49C-BA9D38FCF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5F1E10-4074-4DC3-8E35-9146BD1FD82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88127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1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811F713-B6A7-42B2-85D4-B5343B20E66C}" type="datetime1">
              <a:rPr lang="es-ES" noProof="1" smtClean="0"/>
              <a:t>30/03/2023</a:t>
            </a:fld>
            <a:endParaRPr lang="es-ES" noProof="1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1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1"/>
              <a:t>Segundo nivel</a:t>
            </a:r>
          </a:p>
          <a:p>
            <a:pPr lvl="2" rtl="0"/>
            <a:r>
              <a:rPr lang="es-ES" noProof="1"/>
              <a:t>Tercer nivel</a:t>
            </a:r>
          </a:p>
          <a:p>
            <a:pPr lvl="3" rtl="0"/>
            <a:r>
              <a:rPr lang="es-ES" noProof="1"/>
              <a:t>Cuarto nivel</a:t>
            </a:r>
          </a:p>
          <a:p>
            <a:pPr lvl="4" rtl="0"/>
            <a:r>
              <a:rPr lang="es-ES" noProof="1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1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E8C15C5-0688-5345-99FC-721E08AD15D5}" type="slidenum">
              <a:rPr lang="es-ES" noProof="1" dirty="0" smtClean="0"/>
              <a:t>‹Nº›</a:t>
            </a:fld>
            <a:endParaRPr lang="es-ES" noProof="1"/>
          </a:p>
        </p:txBody>
      </p:sp>
    </p:spTree>
    <p:extLst>
      <p:ext uri="{BB962C8B-B14F-4D97-AF65-F5344CB8AC3E}">
        <p14:creationId xmlns:p14="http://schemas.microsoft.com/office/powerpoint/2010/main" val="4276855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E8C15C5-0688-5345-99FC-721E08AD15D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103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E8C15C5-0688-5345-99FC-721E08AD15D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7207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E8C15C5-0688-5345-99FC-721E08AD15D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7512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E8C15C5-0688-5345-99FC-721E08AD15D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627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E8C15C5-0688-5345-99FC-721E08AD15D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7307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rtlCol="0"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751012" y="3886200"/>
            <a:ext cx="8676222" cy="190500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A85D0A-6970-4FAD-966F-92DC8FA7AABC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78801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F1FDD9-33A0-429C-91BC-7E582EB02722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85650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rtlCol="0" anchor="b"/>
          <a:lstStyle>
            <a:lvl1pPr algn="r">
              <a:defRPr sz="4000" b="0" cap="all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02CF55-9E70-4CD0-9240-560B0ED440BE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28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CE8745-C0CE-4F34-B093-4E7D6B0ABDA3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13965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C33D3C-3105-44AC-9CCD-7F3BBF85903A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968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244ED-6F4E-4265-B604-07F18A340D0E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26638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05E070-ED56-4019-82A8-66E0C03E0418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0197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88C8F7-21BA-4F40-93CA-AD1014F7FA39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0187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4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 rtlCol="0"/>
          <a:lstStyle/>
          <a:p>
            <a:pPr rtl="0"/>
            <a:fld id="{E44074E3-BC0C-4A30-8446-8593C887120F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938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142A8B-8815-4317-8DBF-7675F29C91E9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3002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rtlCol="0" anchor="ctr">
            <a:normAutofit/>
          </a:bodyPr>
          <a:lstStyle>
            <a:lvl1pPr algn="l">
              <a:defRPr sz="3200" b="0" cap="all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1B7FB9-727E-4229-B3A0-B6DF01958C29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34520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 de texto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sz="8000" noProof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Cuadro de texto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rtlCol="0"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1B5FC6-F71C-467B-8D4E-24A1B9C8CFA1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74007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rtlCol="0" anchor="b">
            <a:normAutofit/>
          </a:bodyPr>
          <a:lstStyle>
            <a:lvl1pPr algn="l">
              <a:defRPr sz="3200" b="0" cap="all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6C16CD-6A66-49DC-A915-80B3CE3D0D7E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38416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 de texto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sz="8000" noProof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Cuadro de texto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rtlCol="0"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9E2650-6818-4D5C-BD25-3EE0B085F2FE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15835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110764-DED0-488B-9F9D-84853C59CDD8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1363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6977B5-A994-49FF-84A8-24F938CE60ED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68175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2249AB-8B89-4FE2-B085-04EFA911FD23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6567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CC306591-8878-4424-9857-AFE50C6004E2}" type="datetime1">
              <a:rPr lang="es-ES" noProof="0" smtClean="0"/>
              <a:t>30/03/2023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49767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diagramLayout" Target="../diagrams/layout2.xml"/><Relationship Id="rId3" Type="http://schemas.openxmlformats.org/officeDocument/2006/relationships/image" Target="../media/image4.jpeg"/><Relationship Id="rId7" Type="http://schemas.openxmlformats.org/officeDocument/2006/relationships/diagramData" Target="../diagrams/data1.xml"/><Relationship Id="rId12" Type="http://schemas.openxmlformats.org/officeDocument/2006/relationships/diagramData" Target="../diagrams/data2.xml"/><Relationship Id="rId2" Type="http://schemas.openxmlformats.org/officeDocument/2006/relationships/notesSlide" Target="../notesSlides/notesSlide2.xml"/><Relationship Id="rId1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microsoft.com/office/2007/relationships/diagramDrawing" Target="../diagrams/drawing1.xml"/><Relationship Id="rId5" Type="http://schemas.openxmlformats.org/officeDocument/2006/relationships/image" Target="../media/image6.png"/><Relationship Id="rId15" Type="http://schemas.openxmlformats.org/officeDocument/2006/relationships/diagramColors" Target="../diagrams/colors2.xml"/><Relationship Id="rId10" Type="http://schemas.openxmlformats.org/officeDocument/2006/relationships/diagramColors" Target="../diagrams/colors1.xml"/><Relationship Id="rId4" Type="http://schemas.openxmlformats.org/officeDocument/2006/relationships/image" Target="../media/image5.jpg"/><Relationship Id="rId9" Type="http://schemas.openxmlformats.org/officeDocument/2006/relationships/diagramQuickStyle" Target="../diagrams/quickStyle1.xml"/><Relationship Id="rId1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82DAC18-E623-0546-920C-6676DF6BB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071"/>
          <a:stretch/>
        </p:blipFill>
        <p:spPr>
          <a:xfrm>
            <a:off x="984022" y="76457"/>
            <a:ext cx="11207978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4080833-6B30-404E-B0FA-39D7DC4B1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509" y="367746"/>
            <a:ext cx="11251756" cy="1527315"/>
          </a:xfrm>
        </p:spPr>
        <p:txBody>
          <a:bodyPr rtlCol="0" anchor="ctr">
            <a:noAutofit/>
          </a:bodyPr>
          <a:lstStyle/>
          <a:p>
            <a:pPr algn="l" rtl="0"/>
            <a:r>
              <a:rPr lang="es-ES" sz="11000" b="1" noProof="1"/>
              <a:t> SISTEMA</a:t>
            </a:r>
            <a:endParaRPr lang="es-ES" sz="10000" b="1" noProof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74C1BC-ABDD-441B-AEF2-0693014A9BEE}"/>
              </a:ext>
            </a:extLst>
          </p:cNvPr>
          <p:cNvSpPr txBox="1"/>
          <p:nvPr/>
        </p:nvSpPr>
        <p:spPr>
          <a:xfrm>
            <a:off x="10265438" y="5901015"/>
            <a:ext cx="175560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500" dirty="0"/>
              <a:t>Propuesta</a:t>
            </a:r>
            <a:endParaRPr lang="es-PE" sz="2500" dirty="0"/>
          </a:p>
        </p:txBody>
      </p:sp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848CDA4-4BE0-45F9-B271-CF5C2B555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43" y="3309987"/>
            <a:ext cx="3934576" cy="3180511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EBAA462-7573-4F63-AA6B-EB2EDFF3EA30}"/>
              </a:ext>
            </a:extLst>
          </p:cNvPr>
          <p:cNvSpPr txBox="1">
            <a:spLocks/>
          </p:cNvSpPr>
          <p:nvPr/>
        </p:nvSpPr>
        <p:spPr>
          <a:xfrm>
            <a:off x="599709" y="1782672"/>
            <a:ext cx="11251756" cy="11645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s-ES" sz="10000" b="1" noProof="1">
                <a:solidFill>
                  <a:schemeClr val="tx1"/>
                </a:solidFill>
              </a:rPr>
              <a:t>WEB</a:t>
            </a:r>
            <a:endParaRPr lang="es-ES" sz="10000" b="1" noProof="1"/>
          </a:p>
        </p:txBody>
      </p:sp>
    </p:spTree>
    <p:extLst>
      <p:ext uri="{BB962C8B-B14F-4D97-AF65-F5344CB8AC3E}">
        <p14:creationId xmlns:p14="http://schemas.microsoft.com/office/powerpoint/2010/main" val="81410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52" y="261488"/>
            <a:ext cx="4716462" cy="954157"/>
          </a:xfrm>
        </p:spPr>
        <p:txBody>
          <a:bodyPr rtlCol="0">
            <a:normAutofit/>
          </a:bodyPr>
          <a:lstStyle/>
          <a:p>
            <a:pPr rtl="0"/>
            <a:r>
              <a:rPr lang="es-ES" b="1" noProof="1">
                <a:solidFill>
                  <a:schemeClr val="tx1"/>
                </a:solidFill>
              </a:rPr>
              <a:t>La solución incluye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E7EE51AF-124C-4480-A4EA-7C1E9F8CC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48757540-E5B7-47A6-BD81-8B54DAF68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85061" y="160868"/>
            <a:ext cx="1846073" cy="277885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6C0983F6-1C8E-4D0F-98C9-3667AD6E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7" y="4071410"/>
            <a:ext cx="1898121" cy="26445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E1B592D-31D6-3841-8CC1-3C629FEDB5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22" b="6722"/>
          <a:stretch/>
        </p:blipFill>
        <p:spPr>
          <a:xfrm>
            <a:off x="8314455" y="3100590"/>
            <a:ext cx="3716680" cy="361533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480DF21-DE52-7742-819E-D9D5B41482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9" b="259"/>
          <a:stretch/>
        </p:blipFill>
        <p:spPr>
          <a:xfrm>
            <a:off x="6256867" y="160867"/>
            <a:ext cx="3767328" cy="3747805"/>
          </a:xfrm>
          <a:custGeom>
            <a:avLst/>
            <a:gdLst>
              <a:gd name="connsiteX0" fmla="*/ 0 w 3767328"/>
              <a:gd name="connsiteY0" fmla="*/ 0 h 3747805"/>
              <a:gd name="connsiteX1" fmla="*/ 3767328 w 3767328"/>
              <a:gd name="connsiteY1" fmla="*/ 0 h 3747805"/>
              <a:gd name="connsiteX2" fmla="*/ 3767328 w 3767328"/>
              <a:gd name="connsiteY2" fmla="*/ 2778856 h 3747805"/>
              <a:gd name="connsiteX3" fmla="*/ 1896721 w 3767328"/>
              <a:gd name="connsiteY3" fmla="*/ 2778856 h 3747805"/>
              <a:gd name="connsiteX4" fmla="*/ 1896721 w 3767328"/>
              <a:gd name="connsiteY4" fmla="*/ 3747805 h 3747805"/>
              <a:gd name="connsiteX5" fmla="*/ 0 w 3767328"/>
              <a:gd name="connsiteY5" fmla="*/ 3747805 h 3747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7328" h="3747805">
                <a:moveTo>
                  <a:pt x="0" y="0"/>
                </a:moveTo>
                <a:lnTo>
                  <a:pt x="3767328" y="0"/>
                </a:lnTo>
                <a:lnTo>
                  <a:pt x="3767328" y="2778856"/>
                </a:lnTo>
                <a:lnTo>
                  <a:pt x="1896721" y="2778856"/>
                </a:lnTo>
                <a:lnTo>
                  <a:pt x="1896721" y="3747805"/>
                </a:lnTo>
                <a:lnTo>
                  <a:pt x="0" y="3747805"/>
                </a:lnTo>
                <a:close/>
              </a:path>
            </a:pathLst>
          </a:cu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AC1EBEB-9D74-3E4C-9BDC-668D2D212A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803" r="17803"/>
          <a:stretch/>
        </p:blipFill>
        <p:spPr>
          <a:xfrm>
            <a:off x="10185061" y="160868"/>
            <a:ext cx="1846073" cy="277885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D11AB9E-363B-C248-9288-085B4151B4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112" r="14112"/>
          <a:stretch/>
        </p:blipFill>
        <p:spPr>
          <a:xfrm>
            <a:off x="6256867" y="4071410"/>
            <a:ext cx="1898121" cy="2644511"/>
          </a:xfrm>
          <a:prstGeom prst="rect">
            <a:avLst/>
          </a:prstGeom>
        </p:spPr>
      </p:pic>
      <p:graphicFrame>
        <p:nvGraphicFramePr>
          <p:cNvPr id="24" name="Marcador de contenido 8" descr="Icono de gráfico de SmartArt">
            <a:extLst>
              <a:ext uri="{FF2B5EF4-FFF2-40B4-BE49-F238E27FC236}">
                <a16:creationId xmlns:a16="http://schemas.microsoft.com/office/drawing/2014/main" id="{1E8F1206-26E1-9E44-A1A9-B061CF0EEA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882228"/>
              </p:ext>
            </p:extLst>
          </p:nvPr>
        </p:nvGraphicFramePr>
        <p:xfrm>
          <a:off x="694700" y="1224049"/>
          <a:ext cx="4716462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3" name="Marcador de contenido 8" descr="Icono de gráfico de SmartArt">
            <a:extLst>
              <a:ext uri="{FF2B5EF4-FFF2-40B4-BE49-F238E27FC236}">
                <a16:creationId xmlns:a16="http://schemas.microsoft.com/office/drawing/2014/main" id="{6FC4C4BB-2C97-4112-8BF1-F449E9203D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8179439"/>
              </p:ext>
            </p:extLst>
          </p:nvPr>
        </p:nvGraphicFramePr>
        <p:xfrm>
          <a:off x="694700" y="4071850"/>
          <a:ext cx="4716462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70140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C1A0DB1-C26C-4893-8E57-3D05CA2FCD34}"/>
              </a:ext>
            </a:extLst>
          </p:cNvPr>
          <p:cNvSpPr/>
          <p:nvPr/>
        </p:nvSpPr>
        <p:spPr>
          <a:xfrm>
            <a:off x="-1" y="629267"/>
            <a:ext cx="5751443" cy="68911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5FAFBC-81AC-46F9-A3AA-DE488709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15" y="636105"/>
            <a:ext cx="5179874" cy="689113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Gestión de Academia</a:t>
            </a:r>
          </a:p>
        </p:txBody>
      </p:sp>
      <p:pic>
        <p:nvPicPr>
          <p:cNvPr id="11" name="Imagen 10" descr="Un grupo de jóvenes posando para una foto&#10;&#10;Descripción generada automáticamente con confianza media">
            <a:extLst>
              <a:ext uri="{FF2B5EF4-FFF2-40B4-BE49-F238E27FC236}">
                <a16:creationId xmlns:a16="http://schemas.microsoft.com/office/drawing/2014/main" id="{A7714E3F-9A54-4ADA-8C58-20E318EC9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4" r="9557"/>
          <a:stretch/>
        </p:blipFill>
        <p:spPr>
          <a:xfrm flipH="1">
            <a:off x="6417194" y="2213113"/>
            <a:ext cx="5761551" cy="464488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DC29F-352C-4E11-8176-7FD532E60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389" y="1752599"/>
            <a:ext cx="6993837" cy="4469296"/>
          </a:xfrm>
        </p:spPr>
        <p:txBody>
          <a:bodyPr>
            <a:normAutofit/>
          </a:bodyPr>
          <a:lstStyle/>
          <a:p>
            <a:r>
              <a:rPr lang="es-PE" sz="2400" dirty="0"/>
              <a:t>Sedes</a:t>
            </a:r>
          </a:p>
          <a:p>
            <a:r>
              <a:rPr lang="es-PE" sz="2400" dirty="0"/>
              <a:t>Instructores (Staff Docente)</a:t>
            </a:r>
          </a:p>
          <a:p>
            <a:r>
              <a:rPr lang="es-PE" sz="2400" dirty="0"/>
              <a:t>Cinturones (Grados KUP y DAN)</a:t>
            </a:r>
          </a:p>
          <a:p>
            <a:r>
              <a:rPr lang="es-PE" sz="2400" dirty="0"/>
              <a:t>Usuarios (Administrador y Otros Perfiles)</a:t>
            </a:r>
          </a:p>
          <a:p>
            <a:r>
              <a:rPr lang="es-PE" sz="2400" dirty="0"/>
              <a:t>Control de acceso (Por </a:t>
            </a:r>
            <a:r>
              <a:rPr lang="es-PE" sz="2400" dirty="0" err="1"/>
              <a:t>Dni</a:t>
            </a:r>
            <a:r>
              <a:rPr lang="es-PE" sz="2400" dirty="0"/>
              <a:t>)</a:t>
            </a:r>
          </a:p>
          <a:p>
            <a:r>
              <a:rPr lang="es-PE" sz="2400" dirty="0"/>
              <a:t>Categorías (Infantil, Juvenil, Adultos)</a:t>
            </a:r>
          </a:p>
          <a:p>
            <a:r>
              <a:rPr lang="es-PE" sz="2400" dirty="0"/>
              <a:t>Estudiante (Datos generales, grado, otros)</a:t>
            </a:r>
          </a:p>
        </p:txBody>
      </p:sp>
    </p:spTree>
    <p:extLst>
      <p:ext uri="{BB962C8B-B14F-4D97-AF65-F5344CB8AC3E}">
        <p14:creationId xmlns:p14="http://schemas.microsoft.com/office/powerpoint/2010/main" val="406738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C1A0DB1-C26C-4893-8E57-3D05CA2FCD34}"/>
              </a:ext>
            </a:extLst>
          </p:cNvPr>
          <p:cNvSpPr/>
          <p:nvPr/>
        </p:nvSpPr>
        <p:spPr>
          <a:xfrm>
            <a:off x="-1" y="629267"/>
            <a:ext cx="5751443" cy="68911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5FAFBC-81AC-46F9-A3AA-DE488709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15" y="636105"/>
            <a:ext cx="5179874" cy="689113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Gestión de Clases</a:t>
            </a:r>
          </a:p>
        </p:txBody>
      </p:sp>
      <p:pic>
        <p:nvPicPr>
          <p:cNvPr id="11" name="Imagen 10" descr="Un grupo de jóvenes posando para una foto&#10;&#10;Descripción generada automáticamente con confianza media">
            <a:extLst>
              <a:ext uri="{FF2B5EF4-FFF2-40B4-BE49-F238E27FC236}">
                <a16:creationId xmlns:a16="http://schemas.microsoft.com/office/drawing/2014/main" id="{A7714E3F-9A54-4ADA-8C58-20E318EC9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4" r="9557"/>
          <a:stretch/>
        </p:blipFill>
        <p:spPr>
          <a:xfrm flipH="1">
            <a:off x="6417194" y="2213113"/>
            <a:ext cx="5761551" cy="464488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DC29F-352C-4E11-8176-7FD532E60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389" y="1752599"/>
            <a:ext cx="8504585" cy="4469296"/>
          </a:xfrm>
        </p:spPr>
        <p:txBody>
          <a:bodyPr>
            <a:normAutofit/>
          </a:bodyPr>
          <a:lstStyle/>
          <a:p>
            <a:r>
              <a:rPr lang="es-PE" sz="2400" dirty="0"/>
              <a:t>Tipo de Horario (Mañana, Tarde, Noche)</a:t>
            </a:r>
          </a:p>
          <a:p>
            <a:r>
              <a:rPr lang="es-PE" sz="2400" dirty="0"/>
              <a:t>Categoría de Clase(Básico, Intermedio, Avanzado)</a:t>
            </a:r>
          </a:p>
          <a:p>
            <a:r>
              <a:rPr lang="es-PE" sz="2400" dirty="0"/>
              <a:t>Programación de Horarios por sede (Especializado)</a:t>
            </a:r>
          </a:p>
          <a:p>
            <a:r>
              <a:rPr lang="es-PE" sz="2400" dirty="0"/>
              <a:t>Clases (Número de horas, máximo de alumnos)</a:t>
            </a:r>
          </a:p>
          <a:p>
            <a:r>
              <a:rPr lang="es-PE" sz="2400" dirty="0"/>
              <a:t>Programación de Clases</a:t>
            </a:r>
          </a:p>
          <a:p>
            <a:r>
              <a:rPr lang="es-PE" sz="2400" dirty="0"/>
              <a:t>Calendario de instructores</a:t>
            </a:r>
          </a:p>
          <a:p>
            <a:r>
              <a:rPr lang="es-PE" sz="2400" dirty="0"/>
              <a:t>Programación de Estructura de Evaluación</a:t>
            </a:r>
          </a:p>
        </p:txBody>
      </p:sp>
    </p:spTree>
    <p:extLst>
      <p:ext uri="{BB962C8B-B14F-4D97-AF65-F5344CB8AC3E}">
        <p14:creationId xmlns:p14="http://schemas.microsoft.com/office/powerpoint/2010/main" val="378307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C1A0DB1-C26C-4893-8E57-3D05CA2FCD34}"/>
              </a:ext>
            </a:extLst>
          </p:cNvPr>
          <p:cNvSpPr/>
          <p:nvPr/>
        </p:nvSpPr>
        <p:spPr>
          <a:xfrm>
            <a:off x="-1" y="629267"/>
            <a:ext cx="5751443" cy="68911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5FAFBC-81AC-46F9-A3AA-DE488709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15" y="636105"/>
            <a:ext cx="5179874" cy="689113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Gestión de Estudiantes</a:t>
            </a:r>
          </a:p>
        </p:txBody>
      </p:sp>
      <p:pic>
        <p:nvPicPr>
          <p:cNvPr id="11" name="Imagen 10" descr="Un grupo de jóvenes posando para una foto&#10;&#10;Descripción generada automáticamente con confianza media">
            <a:extLst>
              <a:ext uri="{FF2B5EF4-FFF2-40B4-BE49-F238E27FC236}">
                <a16:creationId xmlns:a16="http://schemas.microsoft.com/office/drawing/2014/main" id="{A7714E3F-9A54-4ADA-8C58-20E318EC9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4" r="9557"/>
          <a:stretch/>
        </p:blipFill>
        <p:spPr>
          <a:xfrm flipH="1">
            <a:off x="6417194" y="2213113"/>
            <a:ext cx="5761551" cy="464488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DC29F-352C-4E11-8176-7FD532E60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389" y="1752599"/>
            <a:ext cx="6993837" cy="4469296"/>
          </a:xfrm>
        </p:spPr>
        <p:txBody>
          <a:bodyPr>
            <a:normAutofit/>
          </a:bodyPr>
          <a:lstStyle/>
          <a:p>
            <a:r>
              <a:rPr lang="es-PE" sz="2400" dirty="0"/>
              <a:t>Registro de matrícula de estudiante</a:t>
            </a:r>
          </a:p>
          <a:p>
            <a:r>
              <a:rPr lang="es-PE" sz="2400" dirty="0"/>
              <a:t>Asistencia (Tardanzas, Faltas, Permisos, generar lista de asistencia) </a:t>
            </a:r>
          </a:p>
          <a:p>
            <a:r>
              <a:rPr lang="es-PE" sz="2400" dirty="0"/>
              <a:t>Informes de asistencia</a:t>
            </a:r>
          </a:p>
          <a:p>
            <a:r>
              <a:rPr lang="es-PE" sz="2400" dirty="0"/>
              <a:t>Registro de Notas (% de aprendizaje)</a:t>
            </a:r>
          </a:p>
          <a:p>
            <a:r>
              <a:rPr lang="es-PE" sz="2400" dirty="0"/>
              <a:t>Registro de avances</a:t>
            </a:r>
          </a:p>
          <a:p>
            <a:r>
              <a:rPr lang="es-PE" sz="2400" dirty="0"/>
              <a:t>Progreso de las notas y competencias</a:t>
            </a:r>
          </a:p>
          <a:p>
            <a:r>
              <a:rPr lang="es-PE" sz="2400" dirty="0"/>
              <a:t>Seguimiento e histórico	 </a:t>
            </a:r>
          </a:p>
        </p:txBody>
      </p:sp>
    </p:spTree>
    <p:extLst>
      <p:ext uri="{BB962C8B-B14F-4D97-AF65-F5344CB8AC3E}">
        <p14:creationId xmlns:p14="http://schemas.microsoft.com/office/powerpoint/2010/main" val="45820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C1A0DB1-C26C-4893-8E57-3D05CA2FCD34}"/>
              </a:ext>
            </a:extLst>
          </p:cNvPr>
          <p:cNvSpPr/>
          <p:nvPr/>
        </p:nvSpPr>
        <p:spPr>
          <a:xfrm>
            <a:off x="-1" y="629267"/>
            <a:ext cx="5751443" cy="68911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5FAFBC-81AC-46F9-A3AA-DE488709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15" y="636105"/>
            <a:ext cx="5179874" cy="689113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Gestión de Pagos</a:t>
            </a:r>
          </a:p>
        </p:txBody>
      </p:sp>
      <p:pic>
        <p:nvPicPr>
          <p:cNvPr id="11" name="Imagen 10" descr="Un grupo de jóvenes posando para una foto&#10;&#10;Descripción generada automáticamente con confianza media">
            <a:extLst>
              <a:ext uri="{FF2B5EF4-FFF2-40B4-BE49-F238E27FC236}">
                <a16:creationId xmlns:a16="http://schemas.microsoft.com/office/drawing/2014/main" id="{A7714E3F-9A54-4ADA-8C58-20E318EC9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4" r="9557"/>
          <a:stretch/>
        </p:blipFill>
        <p:spPr>
          <a:xfrm flipH="1">
            <a:off x="6417194" y="2213113"/>
            <a:ext cx="5761551" cy="464488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DC29F-352C-4E11-8176-7FD532E60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389" y="1752599"/>
            <a:ext cx="6993837" cy="4469296"/>
          </a:xfrm>
        </p:spPr>
        <p:txBody>
          <a:bodyPr>
            <a:normAutofit/>
          </a:bodyPr>
          <a:lstStyle/>
          <a:p>
            <a:r>
              <a:rPr lang="es-PE" sz="2400" dirty="0"/>
              <a:t>Registro de Tarifas</a:t>
            </a:r>
          </a:p>
          <a:p>
            <a:r>
              <a:rPr lang="es-PE" sz="2400" dirty="0"/>
              <a:t>Registro de Pagos</a:t>
            </a:r>
          </a:p>
          <a:p>
            <a:r>
              <a:rPr lang="es-PE" sz="2400" dirty="0"/>
              <a:t>Descuentos por permisos justificados</a:t>
            </a:r>
          </a:p>
          <a:p>
            <a:r>
              <a:rPr lang="es-PE" sz="2400" dirty="0"/>
              <a:t>Control de Deudas</a:t>
            </a:r>
          </a:p>
          <a:p>
            <a:r>
              <a:rPr lang="es-PE" sz="2400" dirty="0"/>
              <a:t>Seguimiento de pagos</a:t>
            </a:r>
          </a:p>
        </p:txBody>
      </p:sp>
    </p:spTree>
    <p:extLst>
      <p:ext uri="{BB962C8B-B14F-4D97-AF65-F5344CB8AC3E}">
        <p14:creationId xmlns:p14="http://schemas.microsoft.com/office/powerpoint/2010/main" val="995684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C1A0DB1-C26C-4893-8E57-3D05CA2FCD34}"/>
              </a:ext>
            </a:extLst>
          </p:cNvPr>
          <p:cNvSpPr/>
          <p:nvPr/>
        </p:nvSpPr>
        <p:spPr>
          <a:xfrm>
            <a:off x="-1" y="629267"/>
            <a:ext cx="5751443" cy="68911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5FAFBC-81AC-46F9-A3AA-DE488709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15" y="636105"/>
            <a:ext cx="5179874" cy="689113"/>
          </a:xfrm>
        </p:spPr>
        <p:txBody>
          <a:bodyPr>
            <a:normAutofit fontScale="90000"/>
          </a:bodyPr>
          <a:lstStyle/>
          <a:p>
            <a:r>
              <a:rPr lang="es-PE" dirty="0">
                <a:solidFill>
                  <a:schemeClr val="tx1"/>
                </a:solidFill>
              </a:rPr>
              <a:t>Gestión de aprendizaje</a:t>
            </a:r>
          </a:p>
        </p:txBody>
      </p:sp>
      <p:pic>
        <p:nvPicPr>
          <p:cNvPr id="11" name="Imagen 10" descr="Un grupo de jóvenes posando para una foto&#10;&#10;Descripción generada automáticamente con confianza media">
            <a:extLst>
              <a:ext uri="{FF2B5EF4-FFF2-40B4-BE49-F238E27FC236}">
                <a16:creationId xmlns:a16="http://schemas.microsoft.com/office/drawing/2014/main" id="{A7714E3F-9A54-4ADA-8C58-20E318EC9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4" r="9557"/>
          <a:stretch/>
        </p:blipFill>
        <p:spPr>
          <a:xfrm flipH="1">
            <a:off x="6417194" y="2213113"/>
            <a:ext cx="5761551" cy="464488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DC29F-352C-4E11-8176-7FD532E60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389" y="1514063"/>
            <a:ext cx="6993837" cy="511202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PE" sz="2400" b="1" u="sng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APRENDIZAJE</a:t>
            </a:r>
          </a:p>
          <a:p>
            <a:r>
              <a:rPr lang="es-PE" sz="2400" dirty="0"/>
              <a:t>Cinturones</a:t>
            </a:r>
          </a:p>
          <a:p>
            <a:r>
              <a:rPr lang="es-PE" sz="2400" dirty="0"/>
              <a:t>Programación de Promoción</a:t>
            </a:r>
          </a:p>
          <a:p>
            <a:r>
              <a:rPr lang="es-PE" sz="2400" dirty="0"/>
              <a:t>Graduaciones</a:t>
            </a:r>
          </a:p>
          <a:p>
            <a:r>
              <a:rPr lang="es-PE" sz="2400" dirty="0"/>
              <a:t>Progreso del estudiante Interno</a:t>
            </a:r>
          </a:p>
          <a:p>
            <a:pPr marL="0" indent="0">
              <a:buNone/>
            </a:pPr>
            <a:r>
              <a:rPr lang="es-PE" sz="2400" b="1" u="sng" dirty="0"/>
              <a:t>EVENTOS</a:t>
            </a:r>
          </a:p>
          <a:p>
            <a:r>
              <a:rPr lang="es-PE" sz="2400" dirty="0"/>
              <a:t>REGISTRO DEL EVENTO</a:t>
            </a:r>
          </a:p>
          <a:p>
            <a:r>
              <a:rPr lang="es-PE" sz="2400" dirty="0"/>
              <a:t>REGISTRO DE PARTICIPANTES</a:t>
            </a:r>
          </a:p>
          <a:p>
            <a:r>
              <a:rPr lang="es-PE" sz="2400" dirty="0"/>
              <a:t>SEGUIMIENTO DE EVENTOS</a:t>
            </a:r>
          </a:p>
          <a:p>
            <a:pPr marL="0" indent="0">
              <a:buNone/>
            </a:pPr>
            <a:r>
              <a:rPr lang="es-PE" sz="2400" b="1" u="sng" dirty="0"/>
              <a:t>EXTERNO</a:t>
            </a:r>
          </a:p>
          <a:p>
            <a:r>
              <a:rPr lang="es-PE" sz="2400" dirty="0"/>
              <a:t>Estudiante Externo (Datos generales)</a:t>
            </a:r>
          </a:p>
          <a:p>
            <a:r>
              <a:rPr lang="es-PE" sz="2400" dirty="0"/>
              <a:t>Programación de Promoción</a:t>
            </a:r>
          </a:p>
          <a:p>
            <a:r>
              <a:rPr lang="es-PE" sz="2400" dirty="0"/>
              <a:t>Registro de Grados</a:t>
            </a:r>
          </a:p>
          <a:p>
            <a:r>
              <a:rPr lang="es-PE" sz="2400" dirty="0"/>
              <a:t>Acceso al sistema</a:t>
            </a:r>
          </a:p>
          <a:p>
            <a:r>
              <a:rPr lang="es-PE" sz="2400" dirty="0"/>
              <a:t>Seguimiento de progreso</a:t>
            </a:r>
          </a:p>
        </p:txBody>
      </p:sp>
    </p:spTree>
    <p:extLst>
      <p:ext uri="{BB962C8B-B14F-4D97-AF65-F5344CB8AC3E}">
        <p14:creationId xmlns:p14="http://schemas.microsoft.com/office/powerpoint/2010/main" val="924138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869" y="430676"/>
            <a:ext cx="3907369" cy="5783855"/>
          </a:xfrm>
        </p:spPr>
        <p:txBody>
          <a:bodyPr rtlCol="0" anchor="ctr">
            <a:normAutofit/>
          </a:bodyPr>
          <a:lstStyle/>
          <a:p>
            <a:pPr rtl="0"/>
            <a:r>
              <a:rPr lang="es-ES" sz="3600" noProof="1"/>
              <a:t>Mejora Del control</a:t>
            </a:r>
            <a:br>
              <a:rPr lang="es-ES" sz="3600" noProof="1"/>
            </a:br>
            <a:r>
              <a:rPr lang="es-ES" sz="3600" b="1" noProof="1"/>
              <a:t>Por estudiante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FBC750A-B8E7-49A0-A00A-F72451271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44D0436-4FAC-43D1-9565-515BBE80D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F82E424-AAF6-43AC-AC56-03BA23E0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E994338A-DD1A-4FA9-A076-10687E4EEE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02"/>
          <a:stretch/>
        </p:blipFill>
        <p:spPr>
          <a:xfrm>
            <a:off x="298315" y="3229604"/>
            <a:ext cx="3610638" cy="2590271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 descr="Una persona sentado frente a una computadora&#10;&#10;Descripción generada automáticamente con confianza media">
            <a:extLst>
              <a:ext uri="{FF2B5EF4-FFF2-40B4-BE49-F238E27FC236}">
                <a16:creationId xmlns:a16="http://schemas.microsoft.com/office/drawing/2014/main" id="{B0ABA8AF-85E3-4D8C-BC12-AC48DC91C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436" y="430676"/>
            <a:ext cx="3359459" cy="2239639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 descr="Calendario&#10;&#10;Descripción generada automáticamente">
            <a:extLst>
              <a:ext uri="{FF2B5EF4-FFF2-40B4-BE49-F238E27FC236}">
                <a16:creationId xmlns:a16="http://schemas.microsoft.com/office/drawing/2014/main" id="{4D781765-BB24-4BAE-B7CC-3E64D51E3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436" y="3260618"/>
            <a:ext cx="3359459" cy="1889696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Imagen 15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EB268691-6C4C-435A-8AD3-3C0F31E7D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314" y="430676"/>
            <a:ext cx="3610638" cy="2407092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493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4F96F-B0BE-4E84-A401-8F843805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383" y="201167"/>
            <a:ext cx="8335617" cy="1601929"/>
          </a:xfrm>
        </p:spPr>
        <p:txBody>
          <a:bodyPr rtlCol="0">
            <a:normAutofit/>
          </a:bodyPr>
          <a:lstStyle/>
          <a:p>
            <a:pPr algn="ctr" rtl="0"/>
            <a:r>
              <a:rPr lang="es-ES" b="1" noProof="1"/>
              <a:t>Nuestro</a:t>
            </a:r>
            <a:r>
              <a:rPr lang="es-ES" noProof="1"/>
              <a:t> </a:t>
            </a:r>
            <a:r>
              <a:rPr lang="es-ES" noProof="1">
                <a:solidFill>
                  <a:schemeClr val="tx1"/>
                </a:solidFill>
              </a:rPr>
              <a:t>plan de PROYECTO</a:t>
            </a:r>
          </a:p>
        </p:txBody>
      </p:sp>
      <p:graphicFrame>
        <p:nvGraphicFramePr>
          <p:cNvPr id="5" name="Marcador de contenido 2" descr="Gráfico de SmartArt, icono">
            <a:extLst>
              <a:ext uri="{FF2B5EF4-FFF2-40B4-BE49-F238E27FC236}">
                <a16:creationId xmlns:a16="http://schemas.microsoft.com/office/drawing/2014/main" id="{2B828A48-3EC3-4EF9-8697-5D2A44F3F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078062"/>
              </p:ext>
            </p:extLst>
          </p:nvPr>
        </p:nvGraphicFramePr>
        <p:xfrm>
          <a:off x="3739077" y="1616083"/>
          <a:ext cx="8545688" cy="3806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78F172A8-6231-D14E-A13D-8613F2AEAD8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81661" y="1037357"/>
            <a:ext cx="4150581" cy="2295189"/>
          </a:xfrm>
          <a:prstGeom prst="rect">
            <a:avLst/>
          </a:prstGeom>
          <a:ln w="38100">
            <a:noFill/>
          </a:ln>
          <a:effectLst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D8F1927-EC97-404E-90EF-533BB92836C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94915" y="3706573"/>
            <a:ext cx="4150581" cy="2767053"/>
          </a:xfrm>
          <a:prstGeom prst="rect">
            <a:avLst/>
          </a:prstGeom>
          <a:ln w="38100">
            <a:noFill/>
          </a:ln>
          <a:effectLst/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25F6888-F167-48A3-B878-8A38233F0087}"/>
              </a:ext>
            </a:extLst>
          </p:cNvPr>
          <p:cNvSpPr txBox="1">
            <a:spLocks/>
          </p:cNvSpPr>
          <p:nvPr/>
        </p:nvSpPr>
        <p:spPr>
          <a:xfrm>
            <a:off x="5022574" y="5706645"/>
            <a:ext cx="5989983" cy="766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20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8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6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4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4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/>
              <a:buChar char="•"/>
              <a:defRPr sz="1200" kern="1200" cap="small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dirty="0"/>
              <a:t>No incluye planes de dominio y hosting.. </a:t>
            </a:r>
          </a:p>
          <a:p>
            <a:pPr marL="0" indent="0">
              <a:buNone/>
            </a:pPr>
            <a:r>
              <a:rPr lang="es-MX" sz="2400" dirty="0"/>
              <a:t>Plan Básico Anual : 150 Soles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70681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82DAC18-E623-0546-920C-6676DF6BB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" y="11"/>
            <a:ext cx="12191980" cy="68579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4080833-6B30-404E-B0FA-39D7DC4B1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47" y="5367132"/>
            <a:ext cx="11622157" cy="1618422"/>
          </a:xfrm>
        </p:spPr>
        <p:txBody>
          <a:bodyPr rtlCol="0">
            <a:noAutofit/>
          </a:bodyPr>
          <a:lstStyle/>
          <a:p>
            <a:pPr rtl="0"/>
            <a:r>
              <a:rPr lang="es-ES" sz="9000" b="1" noProof="1">
                <a:latin typeface="Amasis MT Pro Black" panose="02040A04050005020304" pitchFamily="18" charset="0"/>
              </a:rPr>
              <a:t>Muchas </a:t>
            </a:r>
            <a:r>
              <a:rPr lang="es-ES" sz="9000" noProof="1">
                <a:solidFill>
                  <a:schemeClr val="bg1"/>
                </a:solidFill>
                <a:latin typeface="Amasis MT Pro Black" panose="02040A04050005020304" pitchFamily="18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5380619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895109.tgt.Office_50521838_TF89821728_Win32_OJ112356445.potx" id="{1C1761A4-30A1-4407-ADF4-FA3625320470}" vid="{24978535-F891-4612-832B-0DC206D585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1B8520-39D0-4E39-88E2-3CE8E9A6E44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F017D31-E675-491F-B600-F06278E25D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89A57F-CF3F-47C6-90BB-70331E72BC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escolar</Template>
  <TotalTime>302</TotalTime>
  <Words>299</Words>
  <Application>Microsoft Office PowerPoint</Application>
  <PresentationFormat>Panorámica</PresentationFormat>
  <Paragraphs>70</Paragraphs>
  <Slides>10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Amasis MT Pro Black</vt:lpstr>
      <vt:lpstr>Arial</vt:lpstr>
      <vt:lpstr>Calibri</vt:lpstr>
      <vt:lpstr>Century Gothic</vt:lpstr>
      <vt:lpstr>Malla</vt:lpstr>
      <vt:lpstr> SISTEMA</vt:lpstr>
      <vt:lpstr>La solución incluye</vt:lpstr>
      <vt:lpstr>Gestión de Academia</vt:lpstr>
      <vt:lpstr>Gestión de Clases</vt:lpstr>
      <vt:lpstr>Gestión de Estudiantes</vt:lpstr>
      <vt:lpstr>Gestión de Pagos</vt:lpstr>
      <vt:lpstr>Gestión de aprendizaje</vt:lpstr>
      <vt:lpstr>Mejora Del control Por estudiante</vt:lpstr>
      <vt:lpstr>Nuestro plan de PROYECTO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WEB</dc:title>
  <dc:creator>José Johnny Reque Llumpo</dc:creator>
  <cp:lastModifiedBy>José Johnny Reque Llumpo</cp:lastModifiedBy>
  <cp:revision>14</cp:revision>
  <dcterms:created xsi:type="dcterms:W3CDTF">2023-03-23T21:54:53Z</dcterms:created>
  <dcterms:modified xsi:type="dcterms:W3CDTF">2023-03-30T22:39:31Z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